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82" autoAdjust="0"/>
    <p:restoredTop sz="94660"/>
  </p:normalViewPr>
  <p:slideViewPr>
    <p:cSldViewPr>
      <p:cViewPr varScale="1">
        <p:scale>
          <a:sx n="71" d="100"/>
          <a:sy n="71" d="100"/>
        </p:scale>
        <p:origin x="-13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DEA1D-3083-48DF-8FD7-16206D1AF788}" type="datetimeFigureOut">
              <a:rPr lang="zh-CN" altLang="en-US" smtClean="0"/>
              <a:t>2016/12/10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CA896-9BD0-438C-80C8-850779D101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CA896-9BD0-438C-80C8-850779D1010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圆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圆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圆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C617DBB-6B00-4B43-9F60-AD69944C120C}" type="datetimeFigureOut">
              <a:rPr lang="zh-CN" altLang="en-US" smtClean="0"/>
              <a:pPr/>
              <a:t>2016/12/10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0638647-B84A-434F-9542-ADAC835884A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28596" y="2071678"/>
            <a:ext cx="8458200" cy="1470025"/>
          </a:xfrm>
        </p:spPr>
        <p:txBody>
          <a:bodyPr>
            <a:normAutofit/>
          </a:bodyPr>
          <a:lstStyle/>
          <a:p>
            <a:r>
              <a:rPr lang="zh-CN" altLang="en-US" sz="5400" dirty="0" smtClean="0">
                <a:latin typeface="黑体" pitchFamily="49" charset="-122"/>
                <a:ea typeface="黑体" pitchFamily="49" charset="-122"/>
              </a:rPr>
              <a:t>保研是怎样一种经历</a:t>
            </a:r>
            <a:endParaRPr lang="zh-CN" altLang="en-US" sz="5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43636" y="5357826"/>
            <a:ext cx="2214578" cy="1143008"/>
          </a:xfrm>
        </p:spPr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机械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13-8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班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胡书齐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我的情况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姓名：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胡书齐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前五学期成绩：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88.87  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排名：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13/368</a:t>
            </a: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前三年成绩：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88.59  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排名：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11/368</a:t>
            </a: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英语水平：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四级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643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，六级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628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，托福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102</a:t>
            </a: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计算机水平：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二级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语言合格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奖学金：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连续三年校级一等奖学金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竞赛</a:t>
            </a: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获奖</a:t>
            </a:r>
            <a:r>
              <a:rPr lang="en-US" altLang="zh-CN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全国大学生英语竞赛一等奖、美国大学生数学建模比赛二等奖、江苏省机械创新设计大赛二等奖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科研项目：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、江苏省大学生创新训练计划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《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大件物品搬运上楼助力机的研制</a:t>
            </a:r>
            <a:r>
              <a:rPr lang="en-US" altLang="zh-CN" sz="2900" dirty="0" smtClean="0">
                <a:latin typeface="黑体" pitchFamily="49" charset="-122"/>
                <a:ea typeface="黑体" pitchFamily="49" charset="-122"/>
              </a:rPr>
              <a:t>》 2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、在杨建华老师指导下研究双稳态系统中次谐频率下的随机共振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去向</a:t>
            </a:r>
            <a:r>
              <a:rPr lang="zh-CN" altLang="en-US" sz="29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900" dirty="0" smtClean="0">
                <a:latin typeface="黑体" pitchFamily="49" charset="-122"/>
                <a:ea typeface="黑体" pitchFamily="49" charset="-122"/>
              </a:rPr>
              <a:t>浙江大学、机械电子工程、科学型硕士</a:t>
            </a:r>
            <a:endParaRPr lang="en-US" altLang="zh-CN" sz="2900" dirty="0" smtClean="0">
              <a:latin typeface="黑体" pitchFamily="49" charset="-122"/>
              <a:ea typeface="黑体" pitchFamily="49" charset="-122"/>
            </a:endParaRPr>
          </a:p>
          <a:p>
            <a:endParaRPr lang="en-US" altLang="zh-CN" dirty="0" smtClean="0">
              <a:latin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572000" y="714356"/>
            <a:ext cx="3857652" cy="328614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86314" y="785794"/>
            <a:ext cx="34290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Notes:</a:t>
            </a:r>
          </a:p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、前五学期成绩在暑假前申请保研夏令营和联系导师时起作用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、前三年成绩在暑假后的预报名和面试中起作用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、四级通过是硬性要求，六级视学校而定（有的学校要求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480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、奖项和科研经历是敲门砖，面试时老师基本都会问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、科研竞赛经历不要图多，要关注过程中的收获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1066800"/>
          </a:xfrm>
        </p:spPr>
        <p:txBody>
          <a:bodyPr>
            <a:normAutofit/>
          </a:bodyPr>
          <a:lstStyle/>
          <a:p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Part 1: 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定位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（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认识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自己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，做出心灵的选择）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8596" y="1785926"/>
            <a:ext cx="4038600" cy="4525963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地域因素：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北方还是南方？大城市还是小城市？离家近还是离家远？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学校层次：</a:t>
            </a:r>
            <a:r>
              <a:rPr lang="en-US" altLang="zh-CN" sz="2400" dirty="0" smtClean="0">
                <a:latin typeface="黑体" pitchFamily="49" charset="-122"/>
                <a:ea typeface="黑体" pitchFamily="49" charset="-122"/>
              </a:rPr>
              <a:t>C9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？</a:t>
            </a:r>
            <a:r>
              <a:rPr lang="en-US" altLang="zh-CN" sz="2400" dirty="0" smtClean="0">
                <a:latin typeface="黑体" pitchFamily="49" charset="-122"/>
                <a:ea typeface="黑体" pitchFamily="49" charset="-122"/>
              </a:rPr>
              <a:t>985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？</a:t>
            </a:r>
            <a:r>
              <a:rPr lang="en-US" altLang="zh-CN" sz="2400" dirty="0" smtClean="0">
                <a:latin typeface="黑体" pitchFamily="49" charset="-122"/>
                <a:ea typeface="黑体" pitchFamily="49" charset="-122"/>
              </a:rPr>
              <a:t>211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？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学校类型：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一般大学？科研机构？中外合作办学？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专业方向：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自己对什么感兴趣？（多了解</a:t>
            </a:r>
            <a:r>
              <a:rPr lang="en-US" altLang="zh-CN" sz="2400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问自己）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未来规划：</a:t>
            </a: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自己想成为一个什么样的人？→直博？学硕？专硕？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4714876" y="1714488"/>
            <a:ext cx="4214842" cy="464347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6" y="2000240"/>
            <a:ext cx="4038600" cy="4143404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Tip1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不建议盲目海投，要有保底的学校，和冲击的学校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Tip2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在没考虑清楚时，不要报直博。不要想着为增大被学校录取的几率而报直博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（推荐书：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The PhD Grind 《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研磨记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》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Tip3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不建议单纯为了进一个学校，而选择一个自己不太喜欢的方向或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导师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66800"/>
          </a:xfrm>
        </p:spPr>
        <p:txBody>
          <a:bodyPr>
            <a:normAutofit/>
          </a:bodyPr>
          <a:lstStyle/>
          <a:p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Part 2: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申请夏令营（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or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网络面试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or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现场面试）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 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0034" y="1571612"/>
            <a:ext cx="4038600" cy="4786346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月中旬开始：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申请中科大网络面试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（获得第二批面试资格，</a:t>
            </a:r>
            <a:r>
              <a:rPr lang="en-US" altLang="zh-CN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月初面试）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月开始：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申请中科大力学与工程科学夏令营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（未成功）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申请上海交通大学机械与动力工程学院优秀生源选拔现场面试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（未成功）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申请上海交通大学密西根学院夏令营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（幸运地成功）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申请重庆大学机械工程学院夏令营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（轻松地成功）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申请同济大学、西安交通大学夏令营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（均未成功）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月底结束所有夏令营材料提交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剪去对角的矩形 4"/>
          <p:cNvSpPr/>
          <p:nvPr/>
        </p:nvSpPr>
        <p:spPr>
          <a:xfrm>
            <a:off x="4786314" y="1643050"/>
            <a:ext cx="3857652" cy="4429156"/>
          </a:xfrm>
          <a:prstGeom prst="snip2Diag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929190" y="1785926"/>
            <a:ext cx="3500462" cy="389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Tips:</a:t>
            </a:r>
          </a:p>
          <a:p>
            <a:pPr>
              <a:lnSpc>
                <a:spcPts val="23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月初到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月底是夏令营和各种面试申请陆续开放的高峰期，注意关注各学校研招网上的信息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3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、需要的材料有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成绩单、排名证明、四六级成绩单、简历、个人陈述、获奖证书复印件或扫描件、推荐信等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3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、申请过程中通过邮件与感兴趣的导师套磁会增大申请成功几率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23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、要敢于抓住一些偶然的机会，比如在招生宣讲会后与在场的老师交流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66800"/>
          </a:xfrm>
        </p:spPr>
        <p:txBody>
          <a:bodyPr>
            <a:normAutofit/>
          </a:bodyPr>
          <a:lstStyle/>
          <a:p>
            <a:r>
              <a:rPr lang="en-US" altLang="zh-CN" sz="3600" b="1" dirty="0" smtClean="0">
                <a:latin typeface="黑体" pitchFamily="49" charset="-122"/>
                <a:ea typeface="黑体" pitchFamily="49" charset="-122"/>
              </a:rPr>
              <a:t>Part 3:</a:t>
            </a:r>
            <a:r>
              <a:rPr lang="zh-CN" altLang="en-US" sz="3600" dirty="0" smtClean="0">
                <a:latin typeface="黑体" pitchFamily="49" charset="-122"/>
                <a:ea typeface="黑体" pitchFamily="49" charset="-122"/>
              </a:rPr>
              <a:t>夏令营进行时</a:t>
            </a:r>
            <a:endParaRPr lang="zh-CN" altLang="en-US" sz="36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8596" y="1500174"/>
            <a:ext cx="4038600" cy="5072098"/>
          </a:xfrm>
        </p:spPr>
        <p:txBody>
          <a:bodyPr>
            <a:normAutofit/>
          </a:bodyPr>
          <a:lstStyle/>
          <a:p>
            <a:pPr>
              <a:lnSpc>
                <a:spcPts val="1900"/>
              </a:lnSpc>
              <a:buNone/>
            </a:pP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</a:t>
            </a: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日：参加中科大工程科学学院网络面试</a:t>
            </a:r>
            <a:r>
              <a:rPr lang="zh-CN" altLang="en-US" sz="1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（通过）</a:t>
            </a:r>
            <a:endParaRPr lang="en-US" altLang="zh-CN" sz="1800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中英文自我介绍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询问科研经历，未问任何专业问题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询问对填报导师的了解情况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全程</a:t>
            </a:r>
            <a:r>
              <a:rPr lang="en-US" altLang="zh-CN" sz="1800" dirty="0" smtClean="0">
                <a:latin typeface="黑体" pitchFamily="49" charset="-122"/>
                <a:ea typeface="黑体" pitchFamily="49" charset="-122"/>
              </a:rPr>
              <a:t>10</a:t>
            </a: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分钟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</a:t>
            </a: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8-10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日：参加重庆大学机械工程学院夏令营</a:t>
            </a:r>
            <a:r>
              <a:rPr lang="zh-CN" altLang="en-US" sz="1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（获得优秀营员）</a:t>
            </a:r>
            <a:endParaRPr lang="en-US" altLang="zh-CN" sz="1800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笔试（</a:t>
            </a:r>
            <a:r>
              <a:rPr lang="en-US" altLang="zh-CN" sz="1800" dirty="0" smtClean="0">
                <a:latin typeface="黑体" pitchFamily="49" charset="-122"/>
                <a:ea typeface="黑体" pitchFamily="49" charset="-122"/>
              </a:rPr>
              <a:t>100</a:t>
            </a: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道专业知识选择题）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面试（英文自我介绍</a:t>
            </a:r>
            <a:r>
              <a:rPr lang="en-US" altLang="zh-CN" sz="1800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询问科研经历</a:t>
            </a:r>
            <a:r>
              <a:rPr lang="en-US" altLang="zh-CN" sz="1800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随机开放性问题）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参观学校，与老师面对面交流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  <a:buNone/>
            </a:pP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</a:t>
            </a:r>
            <a:r>
              <a:rPr lang="en-US" altLang="zh-CN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27-29</a:t>
            </a:r>
            <a:r>
              <a:rPr lang="zh-CN" altLang="en-US" sz="1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日：参加上海交通大学密西根学院夏令营</a:t>
            </a:r>
            <a:r>
              <a:rPr lang="zh-CN" altLang="en-US" sz="1800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（未被录取）</a:t>
            </a:r>
            <a:endParaRPr lang="en-US" altLang="zh-CN" sz="1800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欢迎仪式</a:t>
            </a:r>
            <a:r>
              <a:rPr lang="en-US" altLang="zh-CN" sz="1800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派对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全天听讲座（导师介绍研究方向）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英语口语面试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ts val="1900"/>
              </a:lnSpc>
            </a:pPr>
            <a:r>
              <a:rPr lang="zh-CN" altLang="en-US" sz="1800" dirty="0" smtClean="0">
                <a:latin typeface="黑体" pitchFamily="49" charset="-122"/>
                <a:ea typeface="黑体" pitchFamily="49" charset="-122"/>
              </a:rPr>
              <a:t>在导师办公室与导师一对一面试</a:t>
            </a:r>
            <a:endParaRPr lang="en-US" altLang="zh-CN" sz="1800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对角圆角矩形 4"/>
          <p:cNvSpPr/>
          <p:nvPr/>
        </p:nvSpPr>
        <p:spPr>
          <a:xfrm>
            <a:off x="4572000" y="1428736"/>
            <a:ext cx="4429124" cy="5072098"/>
          </a:xfrm>
          <a:prstGeom prst="round2Diag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14876" y="1428736"/>
            <a:ext cx="42148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Tips</a:t>
            </a:r>
            <a:r>
              <a:rPr lang="zh-CN" altLang="en-US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en-US" altLang="zh-CN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、夏令营是获得一个学校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offer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最轻松的途径，一定要把握住机会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月份是夏令营举办的高峰期，各个夏令营之间可能会有冲突，需做出权衡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、夏令营时要利用好与导师交流的机会，和展示自己的机会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、夏令营前最好看看导师的论文，这样才有谈论的话题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、并不是所有学校都有夏令营，有的学校只有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9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月份的预报名和面试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66800"/>
          </a:xfrm>
        </p:spPr>
        <p:txBody>
          <a:bodyPr>
            <a:normAutofit/>
          </a:bodyPr>
          <a:lstStyle/>
          <a:p>
            <a:r>
              <a:rPr lang="en-US" altLang="zh-CN" sz="3200" b="1" dirty="0" smtClean="0">
                <a:latin typeface="黑体" pitchFamily="49" charset="-122"/>
                <a:ea typeface="黑体" pitchFamily="49" charset="-122"/>
              </a:rPr>
              <a:t>Part 4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预报名和面试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8596" y="1500174"/>
            <a:ext cx="4038600" cy="506089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月底</a:t>
            </a: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-9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月初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报名上海交大机械与动力工程学院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（未获得面试资格）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报名浙江大学机械工程学院机械电子工程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（获得面试资格）</a:t>
            </a:r>
            <a:endParaRPr lang="en-US" altLang="zh-CN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浙大面试过程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笔试（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36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道专业知识选择题）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面试（自我介绍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询问科研经历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问相关专业问题）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857752" y="1643050"/>
            <a:ext cx="4071966" cy="464347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143504" y="1643050"/>
            <a:ext cx="35719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、利用好大三暑假，在平时抽出时间复习专业知识。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、梳理一下自己的科研经历：自己做了什么，收获了什么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、有意识地训练自己的语言组织能力，以免在面试时语无伦次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、明确自己的兴趣是什么，未来的打算是什么，在自我介绍中表达出来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、面试时不卑不亢、谈吐自然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714356"/>
            <a:ext cx="8229600" cy="1066800"/>
          </a:xfrm>
        </p:spPr>
        <p:txBody>
          <a:bodyPr/>
          <a:lstStyle/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Part 5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正式报名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86004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9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月</a:t>
            </a:r>
            <a:r>
              <a:rPr lang="en-US" altLang="zh-CN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28</a:t>
            </a: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日：教育部推免系统正式开始填报志愿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注册账号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查询自己的推免资格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完善个人信息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交报名费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填写志愿（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个学校）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填写志愿后：</a:t>
            </a:r>
            <a:endParaRPr lang="en-US" altLang="zh-CN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夏令营已拿到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offer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的，预报名面试通过的，或与导师商量好决定录取你的，会立马收到复试通知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点击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同意参加复试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后会立马收到待录取通知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点击</a:t>
            </a:r>
            <a:r>
              <a:rPr lang="zh-CN" altLang="en-US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接收录取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后则立刻被正式录取，保研历程宣告结束</a:t>
            </a: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endParaRPr lang="en-US" altLang="zh-CN" dirty="0" smtClean="0">
              <a:latin typeface="黑体" pitchFamily="49" charset="-122"/>
              <a:ea typeface="黑体" pitchFamily="49" charset="-122"/>
            </a:endParaRPr>
          </a:p>
          <a:p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最后的建议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远离浮躁，静心做好每一件事。不要只顾望着远方，而忘记看脚下的路。</a:t>
            </a:r>
            <a:endParaRPr lang="en-US" altLang="zh-CN" dirty="0" smtClean="0"/>
          </a:p>
          <a:p>
            <a:r>
              <a:rPr lang="zh-CN" altLang="en-US" dirty="0" smtClean="0"/>
              <a:t>要相信自己的努力一定会换来应得的结果。</a:t>
            </a:r>
            <a:endParaRPr lang="en-US" altLang="zh-CN" dirty="0" smtClean="0"/>
          </a:p>
          <a:p>
            <a:r>
              <a:rPr lang="zh-CN" altLang="en-US" dirty="0" smtClean="0"/>
              <a:t>不要过早否定自己，没到最后一切皆有可能。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610895" y="4429132"/>
            <a:ext cx="853310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祝愿大家都实现心之所向，</a:t>
            </a:r>
            <a:endParaRPr lang="en-US" altLang="zh-CN" sz="5400" b="1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zh-CN" alt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拥有美好的未来</a:t>
            </a:r>
            <a:endParaRPr lang="zh-CN" altLang="en-US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459</TotalTime>
  <Words>1111</Words>
  <Application>Microsoft Office PowerPoint</Application>
  <PresentationFormat>全屏显示(4:3)</PresentationFormat>
  <Paragraphs>100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都市</vt:lpstr>
      <vt:lpstr>保研是怎样一种经历</vt:lpstr>
      <vt:lpstr>我的情况</vt:lpstr>
      <vt:lpstr>Part 1: 定位（认识自己，做出心灵的选择）</vt:lpstr>
      <vt:lpstr>Part 2:申请夏令营（or网络面试or现场面试） </vt:lpstr>
      <vt:lpstr>Part 3:夏令营进行时</vt:lpstr>
      <vt:lpstr>Part 4：预报名和面试</vt:lpstr>
      <vt:lpstr>Part 5：正式报名</vt:lpstr>
      <vt:lpstr>最后的建议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保研是怎样一种经历</dc:title>
  <dc:creator>lenovo</dc:creator>
  <cp:lastModifiedBy>lenovo</cp:lastModifiedBy>
  <cp:revision>91</cp:revision>
  <dcterms:created xsi:type="dcterms:W3CDTF">2016-12-09T12:52:54Z</dcterms:created>
  <dcterms:modified xsi:type="dcterms:W3CDTF">2016-12-10T13:54:32Z</dcterms:modified>
</cp:coreProperties>
</file>