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93" r:id="rId5"/>
    <p:sldId id="296" r:id="rId6"/>
    <p:sldId id="295" r:id="rId7"/>
    <p:sldId id="302" r:id="rId8"/>
    <p:sldId id="299" r:id="rId9"/>
    <p:sldId id="294" r:id="rId10"/>
    <p:sldId id="298" r:id="rId11"/>
    <p:sldId id="303" r:id="rId12"/>
    <p:sldId id="291" r:id="rId1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微软雅黑" panose="020B0503020204020204" pitchFamily="34" charset="-122"/>
      <p:regular r:id="rId22"/>
    </p:embeddedFont>
    <p:embeddedFont>
      <p:font typeface="楷体" panose="02010609060101010101" pitchFamily="49" charset="-122"/>
      <p:regular r:id="rId23"/>
    </p:embeddedFont>
    <p:embeddedFont>
      <p:font typeface="Calibri Light" panose="020F0302020204030204" charset="0"/>
      <p:regular r:id="rId24"/>
      <p:italic r:id="rId25"/>
    </p:embeddedFont>
  </p:embeddedFont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vin James" initials="KJ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494D"/>
    <a:srgbClr val="39B88B"/>
    <a:srgbClr val="E6A116"/>
    <a:srgbClr val="526ACC"/>
    <a:srgbClr val="F9F9F9"/>
    <a:srgbClr val="E5C054"/>
    <a:srgbClr val="679B65"/>
    <a:srgbClr val="DFF1F7"/>
    <a:srgbClr val="000000"/>
    <a:srgbClr val="3F38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1" autoAdjust="0"/>
    <p:restoredTop sz="92727" autoAdjust="0"/>
  </p:normalViewPr>
  <p:slideViewPr>
    <p:cSldViewPr snapToGrid="0" showGuides="1">
      <p:cViewPr>
        <p:scale>
          <a:sx n="100" d="100"/>
          <a:sy n="100" d="100"/>
        </p:scale>
        <p:origin x="58" y="250"/>
      </p:cViewPr>
      <p:guideLst>
        <p:guide orient="horz" pos="3094"/>
        <p:guide orient="horz" pos="160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7-30T18:11:06.638" idx="1">
    <p:pos x="1750" y="250"/>
    <p:text>自己的项目介绍中，可以配上一些重要的图表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7-30T18:12:10.703" idx="2">
    <p:pos x="5383" y="897"/>
    <p:text>这一页意义不大，可以直接删掉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7-30T18:12:55.103" idx="3">
    <p:pos x="1377" y="242"/>
    <p:text>一般学校会要求写具体的研究方向或者研究兴趣，可以根据到时候具体的通知调整一下。</p:text>
  </p:cm>
  <p:cm authorId="1" dt="2020-07-30T18:13:58.793" idx="4">
    <p:pos x="4334" y="1843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5E637-134D-48B0-91DE-69EA352CE8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92C81-B57A-4F0F-8838-D0227D243EE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92C81-B57A-4F0F-8838-D0227D243E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92C81-B57A-4F0F-8838-D0227D243EE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338859" y="117971"/>
            <a:ext cx="8466283" cy="49075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550588" y="1603495"/>
            <a:ext cx="1897643" cy="1539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2607898" y="1603495"/>
            <a:ext cx="1897643" cy="1539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665208" y="1603495"/>
            <a:ext cx="1897643" cy="1539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6722519" y="1600220"/>
            <a:ext cx="1897643" cy="1539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77" b="29425"/>
          <a:stretch>
            <a:fillRect/>
          </a:stretch>
        </p:blipFill>
        <p:spPr>
          <a:xfrm>
            <a:off x="0" y="0"/>
            <a:ext cx="9144000" cy="2249213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0"/>
            <a:ext cx="9144000" cy="224921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77" b="29425"/>
          <a:stretch>
            <a:fillRect/>
          </a:stretch>
        </p:blipFill>
        <p:spPr>
          <a:xfrm>
            <a:off x="0" y="0"/>
            <a:ext cx="9144000" cy="2249213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0"/>
            <a:ext cx="9144000" cy="224921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391884" y="2616218"/>
            <a:ext cx="1539552" cy="153955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2674774" y="2616218"/>
            <a:ext cx="1539552" cy="153955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957664" y="2616218"/>
            <a:ext cx="1539552" cy="153955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7240554" y="2616218"/>
            <a:ext cx="1539552" cy="153955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6B71-6EC8-4DBF-B118-66825842FF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7937-CC13-425B-A647-80486BC6C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6B71-6EC8-4DBF-B118-66825842FF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7937-CC13-425B-A647-80486BC6C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6B71-6EC8-4DBF-B118-66825842FF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7937-CC13-425B-A647-80486BC6C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6B71-6EC8-4DBF-B118-66825842FF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7937-CC13-425B-A647-80486BC6C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6B71-6EC8-4DBF-B118-66825842FF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7937-CC13-425B-A647-80486BC6C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6B71-6EC8-4DBF-B118-66825842FF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7937-CC13-425B-A647-80486BC6C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6B71-6EC8-4DBF-B118-66825842FF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7937-CC13-425B-A647-80486BC6C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46B71-6EC8-4DBF-B118-66825842FF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B7937-CC13-425B-A647-80486BC6C06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3343017" y="3688330"/>
            <a:ext cx="26312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3130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b="1">
                <a:solidFill>
                  <a:schemeClr val="bg1"/>
                </a:solidFill>
                <a:latin typeface="+mn-ea"/>
                <a:ea typeface="+mn-ea"/>
              </a:rPr>
              <a:t>姓名</a:t>
            </a:r>
            <a:endParaRPr lang="zh-CN" altLang="en-US" sz="28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766265" y="1069000"/>
            <a:ext cx="7650480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3130" eaLnBrk="1" hangingPunct="1">
              <a:lnSpc>
                <a:spcPct val="12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4800" b="1">
                <a:solidFill>
                  <a:schemeClr val="accent4"/>
                </a:solidFill>
                <a:latin typeface="+mj-lt"/>
                <a:ea typeface="+mj-ea"/>
              </a:rPr>
              <a:t>XX</a:t>
            </a:r>
            <a:r>
              <a:rPr lang="zh-CN" altLang="en-US" sz="4800" b="1">
                <a:solidFill>
                  <a:schemeClr val="accent4"/>
                </a:solidFill>
                <a:latin typeface="+mj-lt"/>
                <a:ea typeface="+mj-ea"/>
              </a:rPr>
              <a:t>大学</a:t>
            </a:r>
            <a:r>
              <a:rPr lang="en-US" altLang="zh-CN" sz="6000">
                <a:solidFill>
                  <a:schemeClr val="bg1"/>
                </a:solidFill>
                <a:latin typeface="+mj-lt"/>
                <a:ea typeface="+mj-ea"/>
              </a:rPr>
              <a:t> </a:t>
            </a:r>
            <a:endParaRPr lang="en-US" altLang="zh-CN" sz="6000">
              <a:solidFill>
                <a:schemeClr val="bg1"/>
              </a:solidFill>
              <a:latin typeface="+mj-lt"/>
              <a:ea typeface="+mj-ea"/>
            </a:endParaRPr>
          </a:p>
          <a:p>
            <a:pPr algn="ctr" defTabSz="913130" eaLnBrk="1" hangingPunct="1">
              <a:lnSpc>
                <a:spcPct val="12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3600" b="1">
                <a:solidFill>
                  <a:schemeClr val="bg1"/>
                </a:solidFill>
                <a:latin typeface="+mj-lt"/>
                <a:ea typeface="+mj-ea"/>
              </a:rPr>
              <a:t>——xx</a:t>
            </a:r>
            <a:r>
              <a:rPr lang="zh-CN" altLang="en-US" sz="3600" b="1">
                <a:solidFill>
                  <a:schemeClr val="bg1"/>
                </a:solidFill>
                <a:latin typeface="+mj-lt"/>
                <a:ea typeface="+mj-ea"/>
              </a:rPr>
              <a:t>学院</a:t>
            </a:r>
            <a:r>
              <a:rPr lang="en-US" altLang="zh-CN" sz="3600" b="1">
                <a:solidFill>
                  <a:schemeClr val="bg1"/>
                </a:solidFill>
                <a:latin typeface="+mj-lt"/>
                <a:ea typeface="+mj-ea"/>
              </a:rPr>
              <a:t>2020</a:t>
            </a:r>
            <a:r>
              <a:rPr lang="zh-CN" altLang="en-US" sz="3600" b="1">
                <a:solidFill>
                  <a:schemeClr val="bg1"/>
                </a:solidFill>
                <a:latin typeface="+mj-lt"/>
                <a:ea typeface="+mj-ea"/>
              </a:rPr>
              <a:t>年优秀大学生夏令营</a:t>
            </a:r>
            <a:endParaRPr lang="zh-CN" altLang="en-US" sz="3600" b="1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5" name="文本框 456"/>
          <p:cNvSpPr txBox="1"/>
          <p:nvPr/>
        </p:nvSpPr>
        <p:spPr>
          <a:xfrm>
            <a:off x="1783235" y="4477827"/>
            <a:ext cx="797869" cy="2406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0"/>
              </a:spcAft>
            </a:pPr>
            <a:r>
              <a:rPr lang="en-US" sz="1200" kern="12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1998.10</a:t>
            </a:r>
            <a:endParaRPr lang="zh-CN" sz="1200"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文本框 457"/>
          <p:cNvSpPr txBox="1"/>
          <p:nvPr/>
        </p:nvSpPr>
        <p:spPr>
          <a:xfrm>
            <a:off x="2958430" y="4471809"/>
            <a:ext cx="889932" cy="246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0"/>
              </a:spcAft>
            </a:pPr>
            <a:r>
              <a:rPr lang="zh-CN" altLang="en-US" sz="1200" kern="1200">
                <a:solidFill>
                  <a:schemeClr val="bg1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江苏</a:t>
            </a:r>
            <a:r>
              <a:rPr lang="en-US" altLang="zh-CN" sz="1200" kern="1200">
                <a:solidFill>
                  <a:schemeClr val="bg1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200" kern="1200">
                <a:solidFill>
                  <a:schemeClr val="bg1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南京</a:t>
            </a:r>
            <a:endParaRPr lang="zh-CN" altLang="en-US" sz="1200" kern="1200">
              <a:solidFill>
                <a:schemeClr val="bg1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Freeform 9"/>
          <p:cNvSpPr>
            <a:spLocks noEditPoints="1"/>
          </p:cNvSpPr>
          <p:nvPr/>
        </p:nvSpPr>
        <p:spPr bwMode="auto">
          <a:xfrm>
            <a:off x="1561682" y="4457036"/>
            <a:ext cx="236752" cy="261469"/>
          </a:xfrm>
          <a:custGeom>
            <a:avLst/>
            <a:gdLst>
              <a:gd name="T0" fmla="*/ 538 w 544"/>
              <a:gd name="T1" fmla="*/ 594 h 600"/>
              <a:gd name="T2" fmla="*/ 21 w 544"/>
              <a:gd name="T3" fmla="*/ 600 h 600"/>
              <a:gd name="T4" fmla="*/ 0 w 544"/>
              <a:gd name="T5" fmla="*/ 579 h 600"/>
              <a:gd name="T6" fmla="*/ 6 w 544"/>
              <a:gd name="T7" fmla="*/ 68 h 600"/>
              <a:gd name="T8" fmla="*/ 84 w 544"/>
              <a:gd name="T9" fmla="*/ 62 h 600"/>
              <a:gd name="T10" fmla="*/ 147 w 544"/>
              <a:gd name="T11" fmla="*/ 145 h 600"/>
              <a:gd name="T12" fmla="*/ 209 w 544"/>
              <a:gd name="T13" fmla="*/ 62 h 600"/>
              <a:gd name="T14" fmla="*/ 335 w 544"/>
              <a:gd name="T15" fmla="*/ 83 h 600"/>
              <a:gd name="T16" fmla="*/ 460 w 544"/>
              <a:gd name="T17" fmla="*/ 83 h 600"/>
              <a:gd name="T18" fmla="*/ 523 w 544"/>
              <a:gd name="T19" fmla="*/ 62 h 600"/>
              <a:gd name="T20" fmla="*/ 544 w 544"/>
              <a:gd name="T21" fmla="*/ 83 h 600"/>
              <a:gd name="T22" fmla="*/ 502 w 544"/>
              <a:gd name="T23" fmla="*/ 207 h 600"/>
              <a:gd name="T24" fmla="*/ 42 w 544"/>
              <a:gd name="T25" fmla="*/ 558 h 600"/>
              <a:gd name="T26" fmla="*/ 502 w 544"/>
              <a:gd name="T27" fmla="*/ 207 h 600"/>
              <a:gd name="T28" fmla="*/ 84 w 544"/>
              <a:gd name="T29" fmla="*/ 310 h 600"/>
              <a:gd name="T30" fmla="*/ 147 w 544"/>
              <a:gd name="T31" fmla="*/ 248 h 600"/>
              <a:gd name="T32" fmla="*/ 147 w 544"/>
              <a:gd name="T33" fmla="*/ 414 h 600"/>
              <a:gd name="T34" fmla="*/ 84 w 544"/>
              <a:gd name="T35" fmla="*/ 352 h 600"/>
              <a:gd name="T36" fmla="*/ 147 w 544"/>
              <a:gd name="T37" fmla="*/ 414 h 600"/>
              <a:gd name="T38" fmla="*/ 84 w 544"/>
              <a:gd name="T39" fmla="*/ 517 h 600"/>
              <a:gd name="T40" fmla="*/ 147 w 544"/>
              <a:gd name="T41" fmla="*/ 455 h 600"/>
              <a:gd name="T42" fmla="*/ 251 w 544"/>
              <a:gd name="T43" fmla="*/ 310 h 600"/>
              <a:gd name="T44" fmla="*/ 188 w 544"/>
              <a:gd name="T45" fmla="*/ 248 h 600"/>
              <a:gd name="T46" fmla="*/ 251 w 544"/>
              <a:gd name="T47" fmla="*/ 310 h 600"/>
              <a:gd name="T48" fmla="*/ 188 w 544"/>
              <a:gd name="T49" fmla="*/ 414 h 600"/>
              <a:gd name="T50" fmla="*/ 251 w 544"/>
              <a:gd name="T51" fmla="*/ 352 h 600"/>
              <a:gd name="T52" fmla="*/ 251 w 544"/>
              <a:gd name="T53" fmla="*/ 517 h 600"/>
              <a:gd name="T54" fmla="*/ 188 w 544"/>
              <a:gd name="T55" fmla="*/ 455 h 600"/>
              <a:gd name="T56" fmla="*/ 251 w 544"/>
              <a:gd name="T57" fmla="*/ 517 h 600"/>
              <a:gd name="T58" fmla="*/ 293 w 544"/>
              <a:gd name="T59" fmla="*/ 310 h 600"/>
              <a:gd name="T60" fmla="*/ 356 w 544"/>
              <a:gd name="T61" fmla="*/ 248 h 600"/>
              <a:gd name="T62" fmla="*/ 356 w 544"/>
              <a:gd name="T63" fmla="*/ 414 h 600"/>
              <a:gd name="T64" fmla="*/ 293 w 544"/>
              <a:gd name="T65" fmla="*/ 352 h 600"/>
              <a:gd name="T66" fmla="*/ 356 w 544"/>
              <a:gd name="T67" fmla="*/ 414 h 600"/>
              <a:gd name="T68" fmla="*/ 293 w 544"/>
              <a:gd name="T69" fmla="*/ 517 h 600"/>
              <a:gd name="T70" fmla="*/ 356 w 544"/>
              <a:gd name="T71" fmla="*/ 455 h 600"/>
              <a:gd name="T72" fmla="*/ 460 w 544"/>
              <a:gd name="T73" fmla="*/ 310 h 600"/>
              <a:gd name="T74" fmla="*/ 397 w 544"/>
              <a:gd name="T75" fmla="*/ 248 h 600"/>
              <a:gd name="T76" fmla="*/ 460 w 544"/>
              <a:gd name="T77" fmla="*/ 310 h 600"/>
              <a:gd name="T78" fmla="*/ 397 w 544"/>
              <a:gd name="T79" fmla="*/ 414 h 600"/>
              <a:gd name="T80" fmla="*/ 460 w 544"/>
              <a:gd name="T81" fmla="*/ 352 h 600"/>
              <a:gd name="T82" fmla="*/ 460 w 544"/>
              <a:gd name="T83" fmla="*/ 517 h 600"/>
              <a:gd name="T84" fmla="*/ 397 w 544"/>
              <a:gd name="T85" fmla="*/ 455 h 600"/>
              <a:gd name="T86" fmla="*/ 460 w 544"/>
              <a:gd name="T87" fmla="*/ 517 h 600"/>
              <a:gd name="T88" fmla="*/ 356 w 544"/>
              <a:gd name="T89" fmla="*/ 84 h 600"/>
              <a:gd name="T90" fmla="*/ 397 w 544"/>
              <a:gd name="T91" fmla="*/ 0 h 600"/>
              <a:gd name="T92" fmla="*/ 438 w 544"/>
              <a:gd name="T93" fmla="*/ 84 h 600"/>
              <a:gd name="T94" fmla="*/ 146 w 544"/>
              <a:gd name="T95" fmla="*/ 124 h 600"/>
              <a:gd name="T96" fmla="*/ 105 w 544"/>
              <a:gd name="T97" fmla="*/ 41 h 600"/>
              <a:gd name="T98" fmla="*/ 187 w 544"/>
              <a:gd name="T99" fmla="*/ 41 h 600"/>
              <a:gd name="T100" fmla="*/ 146 w 544"/>
              <a:gd name="T101" fmla="*/ 124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544" h="600">
                <a:moveTo>
                  <a:pt x="544" y="579"/>
                </a:moveTo>
                <a:cubicBezTo>
                  <a:pt x="544" y="584"/>
                  <a:pt x="542" y="590"/>
                  <a:pt x="538" y="594"/>
                </a:cubicBezTo>
                <a:cubicBezTo>
                  <a:pt x="534" y="598"/>
                  <a:pt x="528" y="600"/>
                  <a:pt x="523" y="600"/>
                </a:cubicBezTo>
                <a:cubicBezTo>
                  <a:pt x="21" y="600"/>
                  <a:pt x="21" y="600"/>
                  <a:pt x="21" y="600"/>
                </a:cubicBezTo>
                <a:cubicBezTo>
                  <a:pt x="16" y="600"/>
                  <a:pt x="10" y="598"/>
                  <a:pt x="6" y="594"/>
                </a:cubicBezTo>
                <a:cubicBezTo>
                  <a:pt x="2" y="590"/>
                  <a:pt x="0" y="584"/>
                  <a:pt x="0" y="579"/>
                </a:cubicBezTo>
                <a:cubicBezTo>
                  <a:pt x="0" y="83"/>
                  <a:pt x="0" y="83"/>
                  <a:pt x="0" y="83"/>
                </a:cubicBezTo>
                <a:cubicBezTo>
                  <a:pt x="0" y="77"/>
                  <a:pt x="2" y="72"/>
                  <a:pt x="6" y="68"/>
                </a:cubicBezTo>
                <a:cubicBezTo>
                  <a:pt x="10" y="64"/>
                  <a:pt x="16" y="62"/>
                  <a:pt x="21" y="62"/>
                </a:cubicBezTo>
                <a:cubicBezTo>
                  <a:pt x="84" y="62"/>
                  <a:pt x="84" y="62"/>
                  <a:pt x="84" y="62"/>
                </a:cubicBezTo>
                <a:cubicBezTo>
                  <a:pt x="84" y="83"/>
                  <a:pt x="84" y="83"/>
                  <a:pt x="84" y="83"/>
                </a:cubicBezTo>
                <a:cubicBezTo>
                  <a:pt x="84" y="117"/>
                  <a:pt x="112" y="145"/>
                  <a:pt x="147" y="145"/>
                </a:cubicBezTo>
                <a:cubicBezTo>
                  <a:pt x="181" y="145"/>
                  <a:pt x="209" y="117"/>
                  <a:pt x="209" y="83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335" y="62"/>
                  <a:pt x="335" y="62"/>
                  <a:pt x="335" y="62"/>
                </a:cubicBezTo>
                <a:cubicBezTo>
                  <a:pt x="335" y="83"/>
                  <a:pt x="335" y="83"/>
                  <a:pt x="335" y="83"/>
                </a:cubicBezTo>
                <a:cubicBezTo>
                  <a:pt x="335" y="117"/>
                  <a:pt x="363" y="145"/>
                  <a:pt x="397" y="145"/>
                </a:cubicBezTo>
                <a:cubicBezTo>
                  <a:pt x="432" y="145"/>
                  <a:pt x="460" y="117"/>
                  <a:pt x="460" y="83"/>
                </a:cubicBezTo>
                <a:cubicBezTo>
                  <a:pt x="460" y="62"/>
                  <a:pt x="460" y="62"/>
                  <a:pt x="460" y="62"/>
                </a:cubicBezTo>
                <a:cubicBezTo>
                  <a:pt x="523" y="62"/>
                  <a:pt x="523" y="62"/>
                  <a:pt x="523" y="62"/>
                </a:cubicBezTo>
                <a:cubicBezTo>
                  <a:pt x="528" y="62"/>
                  <a:pt x="534" y="64"/>
                  <a:pt x="538" y="68"/>
                </a:cubicBezTo>
                <a:cubicBezTo>
                  <a:pt x="542" y="72"/>
                  <a:pt x="544" y="77"/>
                  <a:pt x="544" y="83"/>
                </a:cubicBezTo>
                <a:cubicBezTo>
                  <a:pt x="544" y="579"/>
                  <a:pt x="544" y="579"/>
                  <a:pt x="544" y="579"/>
                </a:cubicBezTo>
                <a:close/>
                <a:moveTo>
                  <a:pt x="502" y="207"/>
                </a:moveTo>
                <a:cubicBezTo>
                  <a:pt x="42" y="207"/>
                  <a:pt x="42" y="207"/>
                  <a:pt x="42" y="207"/>
                </a:cubicBezTo>
                <a:cubicBezTo>
                  <a:pt x="42" y="558"/>
                  <a:pt x="42" y="558"/>
                  <a:pt x="42" y="558"/>
                </a:cubicBezTo>
                <a:cubicBezTo>
                  <a:pt x="502" y="558"/>
                  <a:pt x="502" y="558"/>
                  <a:pt x="502" y="558"/>
                </a:cubicBezTo>
                <a:cubicBezTo>
                  <a:pt x="502" y="207"/>
                  <a:pt x="502" y="207"/>
                  <a:pt x="502" y="207"/>
                </a:cubicBezTo>
                <a:close/>
                <a:moveTo>
                  <a:pt x="147" y="310"/>
                </a:moveTo>
                <a:cubicBezTo>
                  <a:pt x="84" y="310"/>
                  <a:pt x="84" y="310"/>
                  <a:pt x="84" y="310"/>
                </a:cubicBezTo>
                <a:cubicBezTo>
                  <a:pt x="84" y="248"/>
                  <a:pt x="84" y="248"/>
                  <a:pt x="84" y="248"/>
                </a:cubicBezTo>
                <a:cubicBezTo>
                  <a:pt x="147" y="248"/>
                  <a:pt x="147" y="248"/>
                  <a:pt x="147" y="248"/>
                </a:cubicBezTo>
                <a:lnTo>
                  <a:pt x="147" y="310"/>
                </a:lnTo>
                <a:close/>
                <a:moveTo>
                  <a:pt x="147" y="414"/>
                </a:moveTo>
                <a:cubicBezTo>
                  <a:pt x="84" y="414"/>
                  <a:pt x="84" y="414"/>
                  <a:pt x="84" y="414"/>
                </a:cubicBezTo>
                <a:cubicBezTo>
                  <a:pt x="84" y="352"/>
                  <a:pt x="84" y="352"/>
                  <a:pt x="84" y="352"/>
                </a:cubicBezTo>
                <a:cubicBezTo>
                  <a:pt x="147" y="352"/>
                  <a:pt x="147" y="352"/>
                  <a:pt x="147" y="352"/>
                </a:cubicBezTo>
                <a:lnTo>
                  <a:pt x="147" y="414"/>
                </a:lnTo>
                <a:close/>
                <a:moveTo>
                  <a:pt x="147" y="517"/>
                </a:moveTo>
                <a:cubicBezTo>
                  <a:pt x="84" y="517"/>
                  <a:pt x="84" y="517"/>
                  <a:pt x="84" y="517"/>
                </a:cubicBezTo>
                <a:cubicBezTo>
                  <a:pt x="84" y="455"/>
                  <a:pt x="84" y="455"/>
                  <a:pt x="84" y="455"/>
                </a:cubicBezTo>
                <a:cubicBezTo>
                  <a:pt x="147" y="455"/>
                  <a:pt x="147" y="455"/>
                  <a:pt x="147" y="455"/>
                </a:cubicBezTo>
                <a:lnTo>
                  <a:pt x="147" y="517"/>
                </a:lnTo>
                <a:close/>
                <a:moveTo>
                  <a:pt x="251" y="310"/>
                </a:moveTo>
                <a:cubicBezTo>
                  <a:pt x="188" y="310"/>
                  <a:pt x="188" y="310"/>
                  <a:pt x="188" y="310"/>
                </a:cubicBezTo>
                <a:cubicBezTo>
                  <a:pt x="188" y="248"/>
                  <a:pt x="188" y="248"/>
                  <a:pt x="188" y="248"/>
                </a:cubicBezTo>
                <a:cubicBezTo>
                  <a:pt x="251" y="248"/>
                  <a:pt x="251" y="248"/>
                  <a:pt x="251" y="248"/>
                </a:cubicBezTo>
                <a:lnTo>
                  <a:pt x="251" y="310"/>
                </a:lnTo>
                <a:close/>
                <a:moveTo>
                  <a:pt x="251" y="414"/>
                </a:moveTo>
                <a:cubicBezTo>
                  <a:pt x="188" y="414"/>
                  <a:pt x="188" y="414"/>
                  <a:pt x="188" y="414"/>
                </a:cubicBezTo>
                <a:cubicBezTo>
                  <a:pt x="188" y="352"/>
                  <a:pt x="188" y="352"/>
                  <a:pt x="188" y="352"/>
                </a:cubicBezTo>
                <a:cubicBezTo>
                  <a:pt x="251" y="352"/>
                  <a:pt x="251" y="352"/>
                  <a:pt x="251" y="352"/>
                </a:cubicBezTo>
                <a:lnTo>
                  <a:pt x="251" y="414"/>
                </a:lnTo>
                <a:close/>
                <a:moveTo>
                  <a:pt x="251" y="517"/>
                </a:moveTo>
                <a:cubicBezTo>
                  <a:pt x="188" y="517"/>
                  <a:pt x="188" y="517"/>
                  <a:pt x="188" y="517"/>
                </a:cubicBezTo>
                <a:cubicBezTo>
                  <a:pt x="188" y="455"/>
                  <a:pt x="188" y="455"/>
                  <a:pt x="188" y="455"/>
                </a:cubicBezTo>
                <a:cubicBezTo>
                  <a:pt x="251" y="455"/>
                  <a:pt x="251" y="455"/>
                  <a:pt x="251" y="455"/>
                </a:cubicBezTo>
                <a:lnTo>
                  <a:pt x="251" y="517"/>
                </a:lnTo>
                <a:close/>
                <a:moveTo>
                  <a:pt x="356" y="310"/>
                </a:moveTo>
                <a:cubicBezTo>
                  <a:pt x="293" y="310"/>
                  <a:pt x="293" y="310"/>
                  <a:pt x="293" y="310"/>
                </a:cubicBezTo>
                <a:cubicBezTo>
                  <a:pt x="293" y="248"/>
                  <a:pt x="293" y="248"/>
                  <a:pt x="293" y="248"/>
                </a:cubicBezTo>
                <a:cubicBezTo>
                  <a:pt x="356" y="248"/>
                  <a:pt x="356" y="248"/>
                  <a:pt x="356" y="248"/>
                </a:cubicBezTo>
                <a:lnTo>
                  <a:pt x="356" y="310"/>
                </a:lnTo>
                <a:close/>
                <a:moveTo>
                  <a:pt x="356" y="414"/>
                </a:moveTo>
                <a:cubicBezTo>
                  <a:pt x="293" y="414"/>
                  <a:pt x="293" y="414"/>
                  <a:pt x="293" y="414"/>
                </a:cubicBezTo>
                <a:cubicBezTo>
                  <a:pt x="293" y="352"/>
                  <a:pt x="293" y="352"/>
                  <a:pt x="293" y="352"/>
                </a:cubicBezTo>
                <a:cubicBezTo>
                  <a:pt x="356" y="352"/>
                  <a:pt x="356" y="352"/>
                  <a:pt x="356" y="352"/>
                </a:cubicBezTo>
                <a:lnTo>
                  <a:pt x="356" y="414"/>
                </a:lnTo>
                <a:close/>
                <a:moveTo>
                  <a:pt x="356" y="517"/>
                </a:moveTo>
                <a:cubicBezTo>
                  <a:pt x="293" y="517"/>
                  <a:pt x="293" y="517"/>
                  <a:pt x="293" y="517"/>
                </a:cubicBezTo>
                <a:cubicBezTo>
                  <a:pt x="293" y="455"/>
                  <a:pt x="293" y="455"/>
                  <a:pt x="293" y="455"/>
                </a:cubicBezTo>
                <a:cubicBezTo>
                  <a:pt x="356" y="455"/>
                  <a:pt x="356" y="455"/>
                  <a:pt x="356" y="455"/>
                </a:cubicBezTo>
                <a:lnTo>
                  <a:pt x="356" y="517"/>
                </a:lnTo>
                <a:close/>
                <a:moveTo>
                  <a:pt x="460" y="310"/>
                </a:moveTo>
                <a:cubicBezTo>
                  <a:pt x="397" y="310"/>
                  <a:pt x="397" y="310"/>
                  <a:pt x="397" y="310"/>
                </a:cubicBezTo>
                <a:cubicBezTo>
                  <a:pt x="397" y="248"/>
                  <a:pt x="397" y="248"/>
                  <a:pt x="397" y="248"/>
                </a:cubicBezTo>
                <a:cubicBezTo>
                  <a:pt x="460" y="248"/>
                  <a:pt x="460" y="248"/>
                  <a:pt x="460" y="248"/>
                </a:cubicBezTo>
                <a:lnTo>
                  <a:pt x="460" y="310"/>
                </a:lnTo>
                <a:close/>
                <a:moveTo>
                  <a:pt x="460" y="414"/>
                </a:moveTo>
                <a:cubicBezTo>
                  <a:pt x="397" y="414"/>
                  <a:pt x="397" y="414"/>
                  <a:pt x="397" y="414"/>
                </a:cubicBezTo>
                <a:cubicBezTo>
                  <a:pt x="397" y="352"/>
                  <a:pt x="397" y="352"/>
                  <a:pt x="397" y="352"/>
                </a:cubicBezTo>
                <a:cubicBezTo>
                  <a:pt x="460" y="352"/>
                  <a:pt x="460" y="352"/>
                  <a:pt x="460" y="352"/>
                </a:cubicBezTo>
                <a:lnTo>
                  <a:pt x="460" y="414"/>
                </a:lnTo>
                <a:close/>
                <a:moveTo>
                  <a:pt x="460" y="517"/>
                </a:moveTo>
                <a:cubicBezTo>
                  <a:pt x="397" y="517"/>
                  <a:pt x="397" y="517"/>
                  <a:pt x="397" y="517"/>
                </a:cubicBezTo>
                <a:cubicBezTo>
                  <a:pt x="397" y="455"/>
                  <a:pt x="397" y="455"/>
                  <a:pt x="397" y="455"/>
                </a:cubicBezTo>
                <a:cubicBezTo>
                  <a:pt x="460" y="455"/>
                  <a:pt x="460" y="455"/>
                  <a:pt x="460" y="455"/>
                </a:cubicBezTo>
                <a:lnTo>
                  <a:pt x="460" y="517"/>
                </a:lnTo>
                <a:close/>
                <a:moveTo>
                  <a:pt x="397" y="124"/>
                </a:moveTo>
                <a:cubicBezTo>
                  <a:pt x="374" y="124"/>
                  <a:pt x="356" y="106"/>
                  <a:pt x="356" y="84"/>
                </a:cubicBezTo>
                <a:cubicBezTo>
                  <a:pt x="356" y="41"/>
                  <a:pt x="356" y="41"/>
                  <a:pt x="356" y="41"/>
                </a:cubicBezTo>
                <a:cubicBezTo>
                  <a:pt x="356" y="18"/>
                  <a:pt x="374" y="0"/>
                  <a:pt x="397" y="0"/>
                </a:cubicBezTo>
                <a:cubicBezTo>
                  <a:pt x="419" y="0"/>
                  <a:pt x="438" y="18"/>
                  <a:pt x="438" y="41"/>
                </a:cubicBezTo>
                <a:cubicBezTo>
                  <a:pt x="438" y="84"/>
                  <a:pt x="438" y="84"/>
                  <a:pt x="438" y="84"/>
                </a:cubicBezTo>
                <a:cubicBezTo>
                  <a:pt x="438" y="106"/>
                  <a:pt x="419" y="124"/>
                  <a:pt x="397" y="124"/>
                </a:cubicBezTo>
                <a:close/>
                <a:moveTo>
                  <a:pt x="146" y="124"/>
                </a:moveTo>
                <a:cubicBezTo>
                  <a:pt x="123" y="124"/>
                  <a:pt x="105" y="106"/>
                  <a:pt x="105" y="84"/>
                </a:cubicBezTo>
                <a:cubicBezTo>
                  <a:pt x="105" y="41"/>
                  <a:pt x="105" y="41"/>
                  <a:pt x="105" y="41"/>
                </a:cubicBezTo>
                <a:cubicBezTo>
                  <a:pt x="105" y="18"/>
                  <a:pt x="123" y="0"/>
                  <a:pt x="146" y="0"/>
                </a:cubicBezTo>
                <a:cubicBezTo>
                  <a:pt x="169" y="0"/>
                  <a:pt x="187" y="18"/>
                  <a:pt x="187" y="41"/>
                </a:cubicBezTo>
                <a:cubicBezTo>
                  <a:pt x="187" y="84"/>
                  <a:pt x="187" y="84"/>
                  <a:pt x="187" y="84"/>
                </a:cubicBezTo>
                <a:cubicBezTo>
                  <a:pt x="187" y="106"/>
                  <a:pt x="169" y="124"/>
                  <a:pt x="146" y="124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Freeform 13"/>
          <p:cNvSpPr>
            <a:spLocks noEditPoints="1"/>
          </p:cNvSpPr>
          <p:nvPr/>
        </p:nvSpPr>
        <p:spPr bwMode="auto">
          <a:xfrm>
            <a:off x="2672511" y="4469295"/>
            <a:ext cx="209475" cy="236949"/>
          </a:xfrm>
          <a:custGeom>
            <a:avLst/>
            <a:gdLst>
              <a:gd name="T0" fmla="*/ 487 w 616"/>
              <a:gd name="T1" fmla="*/ 477 h 702"/>
              <a:gd name="T2" fmla="*/ 462 w 616"/>
              <a:gd name="T3" fmla="*/ 492 h 702"/>
              <a:gd name="T4" fmla="*/ 476 w 616"/>
              <a:gd name="T5" fmla="*/ 517 h 702"/>
              <a:gd name="T6" fmla="*/ 575 w 616"/>
              <a:gd name="T7" fmla="*/ 579 h 702"/>
              <a:gd name="T8" fmla="*/ 505 w 616"/>
              <a:gd name="T9" fmla="*/ 632 h 702"/>
              <a:gd name="T10" fmla="*/ 308 w 616"/>
              <a:gd name="T11" fmla="*/ 661 h 702"/>
              <a:gd name="T12" fmla="*/ 112 w 616"/>
              <a:gd name="T13" fmla="*/ 632 h 702"/>
              <a:gd name="T14" fmla="*/ 41 w 616"/>
              <a:gd name="T15" fmla="*/ 579 h 702"/>
              <a:gd name="T16" fmla="*/ 140 w 616"/>
              <a:gd name="T17" fmla="*/ 517 h 702"/>
              <a:gd name="T18" fmla="*/ 155 w 616"/>
              <a:gd name="T19" fmla="*/ 492 h 702"/>
              <a:gd name="T20" fmla="*/ 129 w 616"/>
              <a:gd name="T21" fmla="*/ 477 h 702"/>
              <a:gd name="T22" fmla="*/ 0 w 616"/>
              <a:gd name="T23" fmla="*/ 579 h 702"/>
              <a:gd name="T24" fmla="*/ 30 w 616"/>
              <a:gd name="T25" fmla="*/ 635 h 702"/>
              <a:gd name="T26" fmla="*/ 98 w 616"/>
              <a:gd name="T27" fmla="*/ 671 h 702"/>
              <a:gd name="T28" fmla="*/ 308 w 616"/>
              <a:gd name="T29" fmla="*/ 702 h 702"/>
              <a:gd name="T30" fmla="*/ 518 w 616"/>
              <a:gd name="T31" fmla="*/ 671 h 702"/>
              <a:gd name="T32" fmla="*/ 586 w 616"/>
              <a:gd name="T33" fmla="*/ 635 h 702"/>
              <a:gd name="T34" fmla="*/ 616 w 616"/>
              <a:gd name="T35" fmla="*/ 579 h 702"/>
              <a:gd name="T36" fmla="*/ 487 w 616"/>
              <a:gd name="T37" fmla="*/ 477 h 702"/>
              <a:gd name="T38" fmla="*/ 487 w 616"/>
              <a:gd name="T39" fmla="*/ 477 h 702"/>
              <a:gd name="T40" fmla="*/ 487 w 616"/>
              <a:gd name="T41" fmla="*/ 477 h 702"/>
              <a:gd name="T42" fmla="*/ 246 w 616"/>
              <a:gd name="T43" fmla="*/ 570 h 702"/>
              <a:gd name="T44" fmla="*/ 308 w 616"/>
              <a:gd name="T45" fmla="*/ 599 h 702"/>
              <a:gd name="T46" fmla="*/ 308 w 616"/>
              <a:gd name="T47" fmla="*/ 599 h 702"/>
              <a:gd name="T48" fmla="*/ 371 w 616"/>
              <a:gd name="T49" fmla="*/ 570 h 702"/>
              <a:gd name="T50" fmla="*/ 460 w 616"/>
              <a:gd name="T51" fmla="*/ 458 h 702"/>
              <a:gd name="T52" fmla="*/ 552 w 616"/>
              <a:gd name="T53" fmla="*/ 244 h 702"/>
              <a:gd name="T54" fmla="*/ 533 w 616"/>
              <a:gd name="T55" fmla="*/ 149 h 702"/>
              <a:gd name="T56" fmla="*/ 481 w 616"/>
              <a:gd name="T57" fmla="*/ 71 h 702"/>
              <a:gd name="T58" fmla="*/ 403 w 616"/>
              <a:gd name="T59" fmla="*/ 19 h 702"/>
              <a:gd name="T60" fmla="*/ 308 w 616"/>
              <a:gd name="T61" fmla="*/ 0 h 702"/>
              <a:gd name="T62" fmla="*/ 213 w 616"/>
              <a:gd name="T63" fmla="*/ 19 h 702"/>
              <a:gd name="T64" fmla="*/ 136 w 616"/>
              <a:gd name="T65" fmla="*/ 71 h 702"/>
              <a:gd name="T66" fmla="*/ 83 w 616"/>
              <a:gd name="T67" fmla="*/ 149 h 702"/>
              <a:gd name="T68" fmla="*/ 64 w 616"/>
              <a:gd name="T69" fmla="*/ 244 h 702"/>
              <a:gd name="T70" fmla="*/ 157 w 616"/>
              <a:gd name="T71" fmla="*/ 458 h 702"/>
              <a:gd name="T72" fmla="*/ 246 w 616"/>
              <a:gd name="T73" fmla="*/ 570 h 702"/>
              <a:gd name="T74" fmla="*/ 246 w 616"/>
              <a:gd name="T75" fmla="*/ 570 h 702"/>
              <a:gd name="T76" fmla="*/ 246 w 616"/>
              <a:gd name="T77" fmla="*/ 570 h 702"/>
              <a:gd name="T78" fmla="*/ 214 w 616"/>
              <a:gd name="T79" fmla="*/ 237 h 702"/>
              <a:gd name="T80" fmla="*/ 311 w 616"/>
              <a:gd name="T81" fmla="*/ 139 h 702"/>
              <a:gd name="T82" fmla="*/ 409 w 616"/>
              <a:gd name="T83" fmla="*/ 237 h 702"/>
              <a:gd name="T84" fmla="*/ 311 w 616"/>
              <a:gd name="T85" fmla="*/ 334 h 702"/>
              <a:gd name="T86" fmla="*/ 214 w 616"/>
              <a:gd name="T87" fmla="*/ 237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16" h="702">
                <a:moveTo>
                  <a:pt x="487" y="477"/>
                </a:moveTo>
                <a:cubicBezTo>
                  <a:pt x="476" y="474"/>
                  <a:pt x="465" y="481"/>
                  <a:pt x="462" y="492"/>
                </a:cubicBezTo>
                <a:cubicBezTo>
                  <a:pt x="459" y="503"/>
                  <a:pt x="465" y="514"/>
                  <a:pt x="476" y="517"/>
                </a:cubicBezTo>
                <a:cubicBezTo>
                  <a:pt x="545" y="535"/>
                  <a:pt x="575" y="561"/>
                  <a:pt x="575" y="579"/>
                </a:cubicBezTo>
                <a:cubicBezTo>
                  <a:pt x="575" y="593"/>
                  <a:pt x="557" y="614"/>
                  <a:pt x="505" y="632"/>
                </a:cubicBezTo>
                <a:cubicBezTo>
                  <a:pt x="452" y="651"/>
                  <a:pt x="383" y="661"/>
                  <a:pt x="308" y="661"/>
                </a:cubicBezTo>
                <a:cubicBezTo>
                  <a:pt x="234" y="661"/>
                  <a:pt x="164" y="651"/>
                  <a:pt x="112" y="632"/>
                </a:cubicBezTo>
                <a:cubicBezTo>
                  <a:pt x="60" y="614"/>
                  <a:pt x="41" y="593"/>
                  <a:pt x="41" y="579"/>
                </a:cubicBezTo>
                <a:cubicBezTo>
                  <a:pt x="41" y="561"/>
                  <a:pt x="72" y="535"/>
                  <a:pt x="140" y="517"/>
                </a:cubicBezTo>
                <a:cubicBezTo>
                  <a:pt x="151" y="514"/>
                  <a:pt x="158" y="503"/>
                  <a:pt x="155" y="492"/>
                </a:cubicBezTo>
                <a:cubicBezTo>
                  <a:pt x="152" y="481"/>
                  <a:pt x="140" y="474"/>
                  <a:pt x="129" y="477"/>
                </a:cubicBezTo>
                <a:cubicBezTo>
                  <a:pt x="46" y="500"/>
                  <a:pt x="0" y="536"/>
                  <a:pt x="0" y="579"/>
                </a:cubicBezTo>
                <a:cubicBezTo>
                  <a:pt x="0" y="604"/>
                  <a:pt x="16" y="623"/>
                  <a:pt x="30" y="635"/>
                </a:cubicBezTo>
                <a:cubicBezTo>
                  <a:pt x="46" y="648"/>
                  <a:pt x="69" y="661"/>
                  <a:pt x="98" y="671"/>
                </a:cubicBezTo>
                <a:cubicBezTo>
                  <a:pt x="154" y="691"/>
                  <a:pt x="229" y="702"/>
                  <a:pt x="308" y="702"/>
                </a:cubicBezTo>
                <a:cubicBezTo>
                  <a:pt x="387" y="702"/>
                  <a:pt x="462" y="691"/>
                  <a:pt x="518" y="671"/>
                </a:cubicBezTo>
                <a:cubicBezTo>
                  <a:pt x="547" y="661"/>
                  <a:pt x="570" y="648"/>
                  <a:pt x="586" y="635"/>
                </a:cubicBezTo>
                <a:cubicBezTo>
                  <a:pt x="600" y="623"/>
                  <a:pt x="616" y="604"/>
                  <a:pt x="616" y="579"/>
                </a:cubicBezTo>
                <a:cubicBezTo>
                  <a:pt x="616" y="536"/>
                  <a:pt x="570" y="500"/>
                  <a:pt x="487" y="477"/>
                </a:cubicBezTo>
                <a:cubicBezTo>
                  <a:pt x="487" y="477"/>
                  <a:pt x="487" y="477"/>
                  <a:pt x="487" y="477"/>
                </a:cubicBezTo>
                <a:cubicBezTo>
                  <a:pt x="487" y="477"/>
                  <a:pt x="487" y="477"/>
                  <a:pt x="487" y="477"/>
                </a:cubicBezTo>
                <a:close/>
                <a:moveTo>
                  <a:pt x="246" y="570"/>
                </a:moveTo>
                <a:cubicBezTo>
                  <a:pt x="262" y="589"/>
                  <a:pt x="285" y="599"/>
                  <a:pt x="308" y="599"/>
                </a:cubicBezTo>
                <a:cubicBezTo>
                  <a:pt x="308" y="599"/>
                  <a:pt x="308" y="599"/>
                  <a:pt x="308" y="599"/>
                </a:cubicBezTo>
                <a:cubicBezTo>
                  <a:pt x="332" y="599"/>
                  <a:pt x="355" y="589"/>
                  <a:pt x="371" y="570"/>
                </a:cubicBezTo>
                <a:cubicBezTo>
                  <a:pt x="376" y="564"/>
                  <a:pt x="417" y="519"/>
                  <a:pt x="460" y="458"/>
                </a:cubicBezTo>
                <a:cubicBezTo>
                  <a:pt x="521" y="371"/>
                  <a:pt x="552" y="299"/>
                  <a:pt x="552" y="244"/>
                </a:cubicBezTo>
                <a:cubicBezTo>
                  <a:pt x="552" y="211"/>
                  <a:pt x="546" y="179"/>
                  <a:pt x="533" y="149"/>
                </a:cubicBezTo>
                <a:cubicBezTo>
                  <a:pt x="521" y="120"/>
                  <a:pt x="503" y="94"/>
                  <a:pt x="481" y="71"/>
                </a:cubicBezTo>
                <a:cubicBezTo>
                  <a:pt x="458" y="49"/>
                  <a:pt x="432" y="31"/>
                  <a:pt x="403" y="19"/>
                </a:cubicBezTo>
                <a:cubicBezTo>
                  <a:pt x="373" y="6"/>
                  <a:pt x="341" y="0"/>
                  <a:pt x="308" y="0"/>
                </a:cubicBezTo>
                <a:cubicBezTo>
                  <a:pt x="275" y="0"/>
                  <a:pt x="243" y="6"/>
                  <a:pt x="213" y="19"/>
                </a:cubicBezTo>
                <a:cubicBezTo>
                  <a:pt x="184" y="31"/>
                  <a:pt x="158" y="49"/>
                  <a:pt x="136" y="71"/>
                </a:cubicBezTo>
                <a:cubicBezTo>
                  <a:pt x="113" y="94"/>
                  <a:pt x="96" y="120"/>
                  <a:pt x="83" y="149"/>
                </a:cubicBezTo>
                <a:cubicBezTo>
                  <a:pt x="71" y="179"/>
                  <a:pt x="64" y="211"/>
                  <a:pt x="64" y="244"/>
                </a:cubicBezTo>
                <a:cubicBezTo>
                  <a:pt x="64" y="299"/>
                  <a:pt x="95" y="371"/>
                  <a:pt x="157" y="458"/>
                </a:cubicBezTo>
                <a:cubicBezTo>
                  <a:pt x="199" y="519"/>
                  <a:pt x="241" y="565"/>
                  <a:pt x="246" y="570"/>
                </a:cubicBezTo>
                <a:cubicBezTo>
                  <a:pt x="246" y="570"/>
                  <a:pt x="246" y="570"/>
                  <a:pt x="246" y="570"/>
                </a:cubicBezTo>
                <a:cubicBezTo>
                  <a:pt x="246" y="570"/>
                  <a:pt x="246" y="570"/>
                  <a:pt x="246" y="570"/>
                </a:cubicBezTo>
                <a:close/>
                <a:moveTo>
                  <a:pt x="214" y="237"/>
                </a:moveTo>
                <a:cubicBezTo>
                  <a:pt x="214" y="183"/>
                  <a:pt x="257" y="139"/>
                  <a:pt x="311" y="139"/>
                </a:cubicBezTo>
                <a:cubicBezTo>
                  <a:pt x="365" y="139"/>
                  <a:pt x="409" y="183"/>
                  <a:pt x="409" y="237"/>
                </a:cubicBezTo>
                <a:cubicBezTo>
                  <a:pt x="409" y="291"/>
                  <a:pt x="365" y="334"/>
                  <a:pt x="311" y="334"/>
                </a:cubicBezTo>
                <a:cubicBezTo>
                  <a:pt x="257" y="334"/>
                  <a:pt x="214" y="291"/>
                  <a:pt x="214" y="237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AutoShape 83"/>
          <p:cNvSpPr/>
          <p:nvPr/>
        </p:nvSpPr>
        <p:spPr bwMode="auto">
          <a:xfrm>
            <a:off x="4055342" y="4519655"/>
            <a:ext cx="284991" cy="18676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1610" y="13990"/>
                </a:moveTo>
                <a:cubicBezTo>
                  <a:pt x="11373" y="14259"/>
                  <a:pt x="11093" y="14400"/>
                  <a:pt x="10800" y="14400"/>
                </a:cubicBezTo>
                <a:cubicBezTo>
                  <a:pt x="10505" y="14400"/>
                  <a:pt x="10225" y="14259"/>
                  <a:pt x="9990" y="13990"/>
                </a:cubicBezTo>
                <a:lnTo>
                  <a:pt x="7198" y="10800"/>
                </a:lnTo>
                <a:lnTo>
                  <a:pt x="6636" y="10157"/>
                </a:lnTo>
                <a:lnTo>
                  <a:pt x="1349" y="4115"/>
                </a:lnTo>
                <a:lnTo>
                  <a:pt x="1349" y="4114"/>
                </a:lnTo>
                <a:cubicBezTo>
                  <a:pt x="1349" y="2980"/>
                  <a:pt x="1955" y="2057"/>
                  <a:pt x="2699" y="2057"/>
                </a:cubicBezTo>
                <a:lnTo>
                  <a:pt x="18899" y="2057"/>
                </a:lnTo>
                <a:cubicBezTo>
                  <a:pt x="19643" y="2057"/>
                  <a:pt x="20249" y="2980"/>
                  <a:pt x="20249" y="4114"/>
                </a:cubicBezTo>
                <a:cubicBezTo>
                  <a:pt x="20249" y="4114"/>
                  <a:pt x="11610" y="13990"/>
                  <a:pt x="11610" y="13990"/>
                </a:cubicBezTo>
                <a:close/>
                <a:moveTo>
                  <a:pt x="20249" y="16198"/>
                </a:moveTo>
                <a:lnTo>
                  <a:pt x="15525" y="10800"/>
                </a:lnTo>
                <a:lnTo>
                  <a:pt x="20249" y="5399"/>
                </a:lnTo>
                <a:cubicBezTo>
                  <a:pt x="20249" y="5399"/>
                  <a:pt x="20249" y="16198"/>
                  <a:pt x="20249" y="16198"/>
                </a:cubicBezTo>
                <a:close/>
                <a:moveTo>
                  <a:pt x="20249" y="17484"/>
                </a:moveTo>
                <a:cubicBezTo>
                  <a:pt x="20249" y="18620"/>
                  <a:pt x="19643" y="19541"/>
                  <a:pt x="18899" y="19541"/>
                </a:cubicBezTo>
                <a:lnTo>
                  <a:pt x="2699" y="19541"/>
                </a:lnTo>
                <a:cubicBezTo>
                  <a:pt x="1955" y="19541"/>
                  <a:pt x="1349" y="18620"/>
                  <a:pt x="1349" y="17484"/>
                </a:cubicBezTo>
                <a:lnTo>
                  <a:pt x="6636" y="11442"/>
                </a:lnTo>
                <a:lnTo>
                  <a:pt x="9585" y="14813"/>
                </a:lnTo>
                <a:cubicBezTo>
                  <a:pt x="9945" y="15222"/>
                  <a:pt x="10372" y="15429"/>
                  <a:pt x="10800" y="15429"/>
                </a:cubicBezTo>
                <a:cubicBezTo>
                  <a:pt x="11228" y="15429"/>
                  <a:pt x="11654" y="15222"/>
                  <a:pt x="12015" y="14813"/>
                </a:cubicBezTo>
                <a:lnTo>
                  <a:pt x="14963" y="11442"/>
                </a:lnTo>
                <a:cubicBezTo>
                  <a:pt x="14963" y="11442"/>
                  <a:pt x="20249" y="17484"/>
                  <a:pt x="20249" y="17484"/>
                </a:cubicBezTo>
                <a:close/>
                <a:moveTo>
                  <a:pt x="1349" y="5399"/>
                </a:moveTo>
                <a:lnTo>
                  <a:pt x="6074" y="10800"/>
                </a:lnTo>
                <a:lnTo>
                  <a:pt x="1349" y="16198"/>
                </a:lnTo>
                <a:cubicBezTo>
                  <a:pt x="1349" y="16198"/>
                  <a:pt x="1349" y="5399"/>
                  <a:pt x="1349" y="5399"/>
                </a:cubicBezTo>
                <a:close/>
                <a:moveTo>
                  <a:pt x="18899" y="0"/>
                </a:moveTo>
                <a:lnTo>
                  <a:pt x="2699" y="0"/>
                </a:lnTo>
                <a:cubicBezTo>
                  <a:pt x="1208" y="0"/>
                  <a:pt x="0" y="1842"/>
                  <a:pt x="0" y="4114"/>
                </a:cubicBezTo>
                <a:lnTo>
                  <a:pt x="0" y="17484"/>
                </a:lnTo>
                <a:cubicBezTo>
                  <a:pt x="0" y="19756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19756"/>
                  <a:pt x="21600" y="17484"/>
                </a:cubicBezTo>
                <a:lnTo>
                  <a:pt x="21600" y="4114"/>
                </a:lnTo>
                <a:cubicBezTo>
                  <a:pt x="21600" y="1842"/>
                  <a:pt x="20391" y="0"/>
                  <a:pt x="18899" y="0"/>
                </a:cubicBezTo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文本框 453"/>
          <p:cNvSpPr txBox="1"/>
          <p:nvPr/>
        </p:nvSpPr>
        <p:spPr>
          <a:xfrm>
            <a:off x="4335125" y="4474538"/>
            <a:ext cx="1872264" cy="280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0"/>
              </a:spcAft>
            </a:pPr>
            <a:r>
              <a:rPr lang="en-US" sz="1200" kern="12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xxx@qq.com</a:t>
            </a:r>
            <a:endParaRPr lang="zh-CN" sz="1200"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Freeform 28"/>
          <p:cNvSpPr>
            <a:spLocks noEditPoints="1"/>
          </p:cNvSpPr>
          <p:nvPr/>
        </p:nvSpPr>
        <p:spPr bwMode="auto">
          <a:xfrm>
            <a:off x="6198583" y="4519655"/>
            <a:ext cx="194647" cy="236946"/>
          </a:xfrm>
          <a:custGeom>
            <a:avLst/>
            <a:gdLst>
              <a:gd name="T0" fmla="*/ 312 w 444"/>
              <a:gd name="T1" fmla="*/ 482 h 542"/>
              <a:gd name="T2" fmla="*/ 248 w 444"/>
              <a:gd name="T3" fmla="*/ 378 h 542"/>
              <a:gd name="T4" fmla="*/ 154 w 444"/>
              <a:gd name="T5" fmla="*/ 300 h 542"/>
              <a:gd name="T6" fmla="*/ 138 w 444"/>
              <a:gd name="T7" fmla="*/ 180 h 542"/>
              <a:gd name="T8" fmla="*/ 86 w 444"/>
              <a:gd name="T9" fmla="*/ 70 h 542"/>
              <a:gd name="T10" fmla="*/ 36 w 444"/>
              <a:gd name="T11" fmla="*/ 50 h 542"/>
              <a:gd name="T12" fmla="*/ 4 w 444"/>
              <a:gd name="T13" fmla="*/ 88 h 542"/>
              <a:gd name="T14" fmla="*/ 2 w 444"/>
              <a:gd name="T15" fmla="*/ 124 h 542"/>
              <a:gd name="T16" fmla="*/ 6 w 444"/>
              <a:gd name="T17" fmla="*/ 148 h 542"/>
              <a:gd name="T18" fmla="*/ 40 w 444"/>
              <a:gd name="T19" fmla="*/ 246 h 542"/>
              <a:gd name="T20" fmla="*/ 138 w 444"/>
              <a:gd name="T21" fmla="*/ 424 h 542"/>
              <a:gd name="T22" fmla="*/ 204 w 444"/>
              <a:gd name="T23" fmla="*/ 506 h 542"/>
              <a:gd name="T24" fmla="*/ 232 w 444"/>
              <a:gd name="T25" fmla="*/ 532 h 542"/>
              <a:gd name="T26" fmla="*/ 276 w 444"/>
              <a:gd name="T27" fmla="*/ 542 h 542"/>
              <a:gd name="T28" fmla="*/ 316 w 444"/>
              <a:gd name="T29" fmla="*/ 528 h 542"/>
              <a:gd name="T30" fmla="*/ 370 w 444"/>
              <a:gd name="T31" fmla="*/ 0 h 542"/>
              <a:gd name="T32" fmla="*/ 348 w 444"/>
              <a:gd name="T33" fmla="*/ 14 h 542"/>
              <a:gd name="T34" fmla="*/ 352 w 444"/>
              <a:gd name="T35" fmla="*/ 40 h 542"/>
              <a:gd name="T36" fmla="*/ 386 w 444"/>
              <a:gd name="T37" fmla="*/ 100 h 542"/>
              <a:gd name="T38" fmla="*/ 398 w 444"/>
              <a:gd name="T39" fmla="*/ 172 h 542"/>
              <a:gd name="T40" fmla="*/ 390 w 444"/>
              <a:gd name="T41" fmla="*/ 228 h 542"/>
              <a:gd name="T42" fmla="*/ 360 w 444"/>
              <a:gd name="T43" fmla="*/ 294 h 542"/>
              <a:gd name="T44" fmla="*/ 344 w 444"/>
              <a:gd name="T45" fmla="*/ 322 h 542"/>
              <a:gd name="T46" fmla="*/ 358 w 444"/>
              <a:gd name="T47" fmla="*/ 344 h 542"/>
              <a:gd name="T48" fmla="*/ 384 w 444"/>
              <a:gd name="T49" fmla="*/ 338 h 542"/>
              <a:gd name="T50" fmla="*/ 428 w 444"/>
              <a:gd name="T51" fmla="*/ 264 h 542"/>
              <a:gd name="T52" fmla="*/ 444 w 444"/>
              <a:gd name="T53" fmla="*/ 172 h 542"/>
              <a:gd name="T54" fmla="*/ 436 w 444"/>
              <a:gd name="T55" fmla="*/ 106 h 542"/>
              <a:gd name="T56" fmla="*/ 400 w 444"/>
              <a:gd name="T57" fmla="*/ 26 h 542"/>
              <a:gd name="T58" fmla="*/ 328 w 444"/>
              <a:gd name="T59" fmla="*/ 100 h 542"/>
              <a:gd name="T60" fmla="*/ 348 w 444"/>
              <a:gd name="T61" fmla="*/ 178 h 542"/>
              <a:gd name="T62" fmla="*/ 334 w 444"/>
              <a:gd name="T63" fmla="*/ 238 h 542"/>
              <a:gd name="T64" fmla="*/ 308 w 444"/>
              <a:gd name="T65" fmla="*/ 266 h 542"/>
              <a:gd name="T66" fmla="*/ 284 w 444"/>
              <a:gd name="T67" fmla="*/ 258 h 542"/>
              <a:gd name="T68" fmla="*/ 284 w 444"/>
              <a:gd name="T69" fmla="*/ 232 h 542"/>
              <a:gd name="T70" fmla="*/ 302 w 444"/>
              <a:gd name="T71" fmla="*/ 178 h 542"/>
              <a:gd name="T72" fmla="*/ 294 w 444"/>
              <a:gd name="T73" fmla="*/ 134 h 542"/>
              <a:gd name="T74" fmla="*/ 286 w 444"/>
              <a:gd name="T75" fmla="*/ 102 h 542"/>
              <a:gd name="T76" fmla="*/ 306 w 444"/>
              <a:gd name="T77" fmla="*/ 86 h 542"/>
              <a:gd name="T78" fmla="*/ 328 w 444"/>
              <a:gd name="T79" fmla="*/ 100 h 542"/>
              <a:gd name="T80" fmla="*/ 308 w 444"/>
              <a:gd name="T81" fmla="*/ 436 h 542"/>
              <a:gd name="T82" fmla="*/ 292 w 444"/>
              <a:gd name="T83" fmla="*/ 354 h 542"/>
              <a:gd name="T84" fmla="*/ 322 w 444"/>
              <a:gd name="T85" fmla="*/ 382 h 542"/>
              <a:gd name="T86" fmla="*/ 374 w 444"/>
              <a:gd name="T87" fmla="*/ 468 h 542"/>
              <a:gd name="T88" fmla="*/ 156 w 444"/>
              <a:gd name="T89" fmla="*/ 168 h 542"/>
              <a:gd name="T90" fmla="*/ 122 w 444"/>
              <a:gd name="T91" fmla="*/ 100 h 542"/>
              <a:gd name="T92" fmla="*/ 112 w 444"/>
              <a:gd name="T93" fmla="*/ 8 h 542"/>
              <a:gd name="T94" fmla="*/ 158 w 444"/>
              <a:gd name="T95" fmla="*/ 82 h 542"/>
              <a:gd name="T96" fmla="*/ 178 w 444"/>
              <a:gd name="T97" fmla="*/ 156 h 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444" h="542">
                <a:moveTo>
                  <a:pt x="316" y="528"/>
                </a:moveTo>
                <a:lnTo>
                  <a:pt x="338" y="514"/>
                </a:lnTo>
                <a:lnTo>
                  <a:pt x="338" y="514"/>
                </a:lnTo>
                <a:lnTo>
                  <a:pt x="312" y="482"/>
                </a:lnTo>
                <a:lnTo>
                  <a:pt x="290" y="448"/>
                </a:lnTo>
                <a:lnTo>
                  <a:pt x="290" y="448"/>
                </a:lnTo>
                <a:lnTo>
                  <a:pt x="268" y="414"/>
                </a:lnTo>
                <a:lnTo>
                  <a:pt x="248" y="378"/>
                </a:lnTo>
                <a:lnTo>
                  <a:pt x="214" y="396"/>
                </a:lnTo>
                <a:lnTo>
                  <a:pt x="214" y="396"/>
                </a:lnTo>
                <a:lnTo>
                  <a:pt x="184" y="350"/>
                </a:lnTo>
                <a:lnTo>
                  <a:pt x="154" y="300"/>
                </a:lnTo>
                <a:lnTo>
                  <a:pt x="128" y="250"/>
                </a:lnTo>
                <a:lnTo>
                  <a:pt x="104" y="198"/>
                </a:lnTo>
                <a:lnTo>
                  <a:pt x="138" y="180"/>
                </a:lnTo>
                <a:lnTo>
                  <a:pt x="138" y="180"/>
                </a:lnTo>
                <a:lnTo>
                  <a:pt x="120" y="144"/>
                </a:lnTo>
                <a:lnTo>
                  <a:pt x="102" y="108"/>
                </a:lnTo>
                <a:lnTo>
                  <a:pt x="102" y="108"/>
                </a:lnTo>
                <a:lnTo>
                  <a:pt x="86" y="70"/>
                </a:lnTo>
                <a:lnTo>
                  <a:pt x="72" y="30"/>
                </a:lnTo>
                <a:lnTo>
                  <a:pt x="50" y="42"/>
                </a:lnTo>
                <a:lnTo>
                  <a:pt x="50" y="42"/>
                </a:lnTo>
                <a:lnTo>
                  <a:pt x="36" y="50"/>
                </a:lnTo>
                <a:lnTo>
                  <a:pt x="24" y="60"/>
                </a:lnTo>
                <a:lnTo>
                  <a:pt x="16" y="68"/>
                </a:lnTo>
                <a:lnTo>
                  <a:pt x="8" y="78"/>
                </a:lnTo>
                <a:lnTo>
                  <a:pt x="4" y="88"/>
                </a:lnTo>
                <a:lnTo>
                  <a:pt x="0" y="100"/>
                </a:lnTo>
                <a:lnTo>
                  <a:pt x="0" y="110"/>
                </a:lnTo>
                <a:lnTo>
                  <a:pt x="0" y="122"/>
                </a:lnTo>
                <a:lnTo>
                  <a:pt x="2" y="124"/>
                </a:lnTo>
                <a:lnTo>
                  <a:pt x="2" y="124"/>
                </a:lnTo>
                <a:lnTo>
                  <a:pt x="2" y="124"/>
                </a:lnTo>
                <a:lnTo>
                  <a:pt x="6" y="148"/>
                </a:lnTo>
                <a:lnTo>
                  <a:pt x="6" y="148"/>
                </a:lnTo>
                <a:lnTo>
                  <a:pt x="6" y="148"/>
                </a:lnTo>
                <a:lnTo>
                  <a:pt x="6" y="148"/>
                </a:lnTo>
                <a:lnTo>
                  <a:pt x="22" y="198"/>
                </a:lnTo>
                <a:lnTo>
                  <a:pt x="40" y="246"/>
                </a:lnTo>
                <a:lnTo>
                  <a:pt x="60" y="292"/>
                </a:lnTo>
                <a:lnTo>
                  <a:pt x="84" y="338"/>
                </a:lnTo>
                <a:lnTo>
                  <a:pt x="110" y="382"/>
                </a:lnTo>
                <a:lnTo>
                  <a:pt x="138" y="424"/>
                </a:lnTo>
                <a:lnTo>
                  <a:pt x="170" y="464"/>
                </a:lnTo>
                <a:lnTo>
                  <a:pt x="202" y="504"/>
                </a:lnTo>
                <a:lnTo>
                  <a:pt x="202" y="504"/>
                </a:lnTo>
                <a:lnTo>
                  <a:pt x="204" y="506"/>
                </a:lnTo>
                <a:lnTo>
                  <a:pt x="204" y="506"/>
                </a:lnTo>
                <a:lnTo>
                  <a:pt x="222" y="524"/>
                </a:lnTo>
                <a:lnTo>
                  <a:pt x="222" y="524"/>
                </a:lnTo>
                <a:lnTo>
                  <a:pt x="232" y="532"/>
                </a:lnTo>
                <a:lnTo>
                  <a:pt x="242" y="538"/>
                </a:lnTo>
                <a:lnTo>
                  <a:pt x="252" y="540"/>
                </a:lnTo>
                <a:lnTo>
                  <a:pt x="264" y="542"/>
                </a:lnTo>
                <a:lnTo>
                  <a:pt x="276" y="542"/>
                </a:lnTo>
                <a:lnTo>
                  <a:pt x="288" y="538"/>
                </a:lnTo>
                <a:lnTo>
                  <a:pt x="302" y="534"/>
                </a:lnTo>
                <a:lnTo>
                  <a:pt x="316" y="528"/>
                </a:lnTo>
                <a:lnTo>
                  <a:pt x="316" y="528"/>
                </a:lnTo>
                <a:close/>
                <a:moveTo>
                  <a:pt x="386" y="8"/>
                </a:moveTo>
                <a:lnTo>
                  <a:pt x="386" y="8"/>
                </a:lnTo>
                <a:lnTo>
                  <a:pt x="380" y="2"/>
                </a:lnTo>
                <a:lnTo>
                  <a:pt x="370" y="0"/>
                </a:lnTo>
                <a:lnTo>
                  <a:pt x="362" y="2"/>
                </a:lnTo>
                <a:lnTo>
                  <a:pt x="354" y="6"/>
                </a:lnTo>
                <a:lnTo>
                  <a:pt x="354" y="6"/>
                </a:lnTo>
                <a:lnTo>
                  <a:pt x="348" y="14"/>
                </a:lnTo>
                <a:lnTo>
                  <a:pt x="346" y="22"/>
                </a:lnTo>
                <a:lnTo>
                  <a:pt x="348" y="32"/>
                </a:lnTo>
                <a:lnTo>
                  <a:pt x="352" y="40"/>
                </a:lnTo>
                <a:lnTo>
                  <a:pt x="352" y="40"/>
                </a:lnTo>
                <a:lnTo>
                  <a:pt x="364" y="54"/>
                </a:lnTo>
                <a:lnTo>
                  <a:pt x="372" y="68"/>
                </a:lnTo>
                <a:lnTo>
                  <a:pt x="380" y="84"/>
                </a:lnTo>
                <a:lnTo>
                  <a:pt x="386" y="100"/>
                </a:lnTo>
                <a:lnTo>
                  <a:pt x="392" y="118"/>
                </a:lnTo>
                <a:lnTo>
                  <a:pt x="396" y="136"/>
                </a:lnTo>
                <a:lnTo>
                  <a:pt x="398" y="154"/>
                </a:lnTo>
                <a:lnTo>
                  <a:pt x="398" y="172"/>
                </a:lnTo>
                <a:lnTo>
                  <a:pt x="398" y="172"/>
                </a:lnTo>
                <a:lnTo>
                  <a:pt x="396" y="192"/>
                </a:lnTo>
                <a:lnTo>
                  <a:pt x="394" y="210"/>
                </a:lnTo>
                <a:lnTo>
                  <a:pt x="390" y="228"/>
                </a:lnTo>
                <a:lnTo>
                  <a:pt x="386" y="246"/>
                </a:lnTo>
                <a:lnTo>
                  <a:pt x="378" y="264"/>
                </a:lnTo>
                <a:lnTo>
                  <a:pt x="370" y="280"/>
                </a:lnTo>
                <a:lnTo>
                  <a:pt x="360" y="294"/>
                </a:lnTo>
                <a:lnTo>
                  <a:pt x="350" y="306"/>
                </a:lnTo>
                <a:lnTo>
                  <a:pt x="350" y="306"/>
                </a:lnTo>
                <a:lnTo>
                  <a:pt x="346" y="314"/>
                </a:lnTo>
                <a:lnTo>
                  <a:pt x="344" y="322"/>
                </a:lnTo>
                <a:lnTo>
                  <a:pt x="346" y="332"/>
                </a:lnTo>
                <a:lnTo>
                  <a:pt x="350" y="338"/>
                </a:lnTo>
                <a:lnTo>
                  <a:pt x="350" y="338"/>
                </a:lnTo>
                <a:lnTo>
                  <a:pt x="358" y="344"/>
                </a:lnTo>
                <a:lnTo>
                  <a:pt x="368" y="346"/>
                </a:lnTo>
                <a:lnTo>
                  <a:pt x="376" y="344"/>
                </a:lnTo>
                <a:lnTo>
                  <a:pt x="384" y="338"/>
                </a:lnTo>
                <a:lnTo>
                  <a:pt x="384" y="338"/>
                </a:lnTo>
                <a:lnTo>
                  <a:pt x="398" y="322"/>
                </a:lnTo>
                <a:lnTo>
                  <a:pt x="410" y="304"/>
                </a:lnTo>
                <a:lnTo>
                  <a:pt x="420" y="284"/>
                </a:lnTo>
                <a:lnTo>
                  <a:pt x="428" y="264"/>
                </a:lnTo>
                <a:lnTo>
                  <a:pt x="436" y="242"/>
                </a:lnTo>
                <a:lnTo>
                  <a:pt x="440" y="220"/>
                </a:lnTo>
                <a:lnTo>
                  <a:pt x="444" y="196"/>
                </a:lnTo>
                <a:lnTo>
                  <a:pt x="444" y="172"/>
                </a:lnTo>
                <a:lnTo>
                  <a:pt x="444" y="172"/>
                </a:lnTo>
                <a:lnTo>
                  <a:pt x="444" y="150"/>
                </a:lnTo>
                <a:lnTo>
                  <a:pt x="442" y="128"/>
                </a:lnTo>
                <a:lnTo>
                  <a:pt x="436" y="106"/>
                </a:lnTo>
                <a:lnTo>
                  <a:pt x="430" y="84"/>
                </a:lnTo>
                <a:lnTo>
                  <a:pt x="422" y="64"/>
                </a:lnTo>
                <a:lnTo>
                  <a:pt x="412" y="44"/>
                </a:lnTo>
                <a:lnTo>
                  <a:pt x="400" y="26"/>
                </a:lnTo>
                <a:lnTo>
                  <a:pt x="386" y="8"/>
                </a:lnTo>
                <a:lnTo>
                  <a:pt x="386" y="8"/>
                </a:lnTo>
                <a:close/>
                <a:moveTo>
                  <a:pt x="328" y="100"/>
                </a:moveTo>
                <a:lnTo>
                  <a:pt x="328" y="100"/>
                </a:lnTo>
                <a:lnTo>
                  <a:pt x="338" y="120"/>
                </a:lnTo>
                <a:lnTo>
                  <a:pt x="344" y="140"/>
                </a:lnTo>
                <a:lnTo>
                  <a:pt x="348" y="160"/>
                </a:lnTo>
                <a:lnTo>
                  <a:pt x="348" y="178"/>
                </a:lnTo>
                <a:lnTo>
                  <a:pt x="348" y="178"/>
                </a:lnTo>
                <a:lnTo>
                  <a:pt x="346" y="198"/>
                </a:lnTo>
                <a:lnTo>
                  <a:pt x="340" y="218"/>
                </a:lnTo>
                <a:lnTo>
                  <a:pt x="334" y="238"/>
                </a:lnTo>
                <a:lnTo>
                  <a:pt x="324" y="256"/>
                </a:lnTo>
                <a:lnTo>
                  <a:pt x="324" y="256"/>
                </a:lnTo>
                <a:lnTo>
                  <a:pt x="318" y="262"/>
                </a:lnTo>
                <a:lnTo>
                  <a:pt x="308" y="266"/>
                </a:lnTo>
                <a:lnTo>
                  <a:pt x="300" y="266"/>
                </a:lnTo>
                <a:lnTo>
                  <a:pt x="292" y="264"/>
                </a:lnTo>
                <a:lnTo>
                  <a:pt x="292" y="264"/>
                </a:lnTo>
                <a:lnTo>
                  <a:pt x="284" y="258"/>
                </a:lnTo>
                <a:lnTo>
                  <a:pt x="280" y="250"/>
                </a:lnTo>
                <a:lnTo>
                  <a:pt x="280" y="240"/>
                </a:lnTo>
                <a:lnTo>
                  <a:pt x="284" y="232"/>
                </a:lnTo>
                <a:lnTo>
                  <a:pt x="284" y="232"/>
                </a:lnTo>
                <a:lnTo>
                  <a:pt x="290" y="218"/>
                </a:lnTo>
                <a:lnTo>
                  <a:pt x="296" y="204"/>
                </a:lnTo>
                <a:lnTo>
                  <a:pt x="300" y="192"/>
                </a:lnTo>
                <a:lnTo>
                  <a:pt x="302" y="178"/>
                </a:lnTo>
                <a:lnTo>
                  <a:pt x="302" y="178"/>
                </a:lnTo>
                <a:lnTo>
                  <a:pt x="300" y="164"/>
                </a:lnTo>
                <a:lnTo>
                  <a:pt x="298" y="150"/>
                </a:lnTo>
                <a:lnTo>
                  <a:pt x="294" y="134"/>
                </a:lnTo>
                <a:lnTo>
                  <a:pt x="288" y="120"/>
                </a:lnTo>
                <a:lnTo>
                  <a:pt x="288" y="120"/>
                </a:lnTo>
                <a:lnTo>
                  <a:pt x="284" y="112"/>
                </a:lnTo>
                <a:lnTo>
                  <a:pt x="286" y="102"/>
                </a:lnTo>
                <a:lnTo>
                  <a:pt x="290" y="94"/>
                </a:lnTo>
                <a:lnTo>
                  <a:pt x="298" y="90"/>
                </a:lnTo>
                <a:lnTo>
                  <a:pt x="298" y="90"/>
                </a:lnTo>
                <a:lnTo>
                  <a:pt x="306" y="86"/>
                </a:lnTo>
                <a:lnTo>
                  <a:pt x="316" y="88"/>
                </a:lnTo>
                <a:lnTo>
                  <a:pt x="324" y="92"/>
                </a:lnTo>
                <a:lnTo>
                  <a:pt x="328" y="100"/>
                </a:lnTo>
                <a:lnTo>
                  <a:pt x="328" y="100"/>
                </a:lnTo>
                <a:close/>
                <a:moveTo>
                  <a:pt x="358" y="504"/>
                </a:moveTo>
                <a:lnTo>
                  <a:pt x="358" y="504"/>
                </a:lnTo>
                <a:lnTo>
                  <a:pt x="332" y="470"/>
                </a:lnTo>
                <a:lnTo>
                  <a:pt x="308" y="436"/>
                </a:lnTo>
                <a:lnTo>
                  <a:pt x="308" y="436"/>
                </a:lnTo>
                <a:lnTo>
                  <a:pt x="286" y="402"/>
                </a:lnTo>
                <a:lnTo>
                  <a:pt x="266" y="368"/>
                </a:lnTo>
                <a:lnTo>
                  <a:pt x="292" y="354"/>
                </a:lnTo>
                <a:lnTo>
                  <a:pt x="292" y="354"/>
                </a:lnTo>
                <a:lnTo>
                  <a:pt x="298" y="358"/>
                </a:lnTo>
                <a:lnTo>
                  <a:pt x="310" y="368"/>
                </a:lnTo>
                <a:lnTo>
                  <a:pt x="322" y="382"/>
                </a:lnTo>
                <a:lnTo>
                  <a:pt x="336" y="400"/>
                </a:lnTo>
                <a:lnTo>
                  <a:pt x="350" y="422"/>
                </a:lnTo>
                <a:lnTo>
                  <a:pt x="362" y="444"/>
                </a:lnTo>
                <a:lnTo>
                  <a:pt x="374" y="468"/>
                </a:lnTo>
                <a:lnTo>
                  <a:pt x="382" y="492"/>
                </a:lnTo>
                <a:lnTo>
                  <a:pt x="358" y="504"/>
                </a:lnTo>
                <a:lnTo>
                  <a:pt x="358" y="504"/>
                </a:lnTo>
                <a:close/>
                <a:moveTo>
                  <a:pt x="156" y="168"/>
                </a:moveTo>
                <a:lnTo>
                  <a:pt x="156" y="168"/>
                </a:lnTo>
                <a:lnTo>
                  <a:pt x="138" y="134"/>
                </a:lnTo>
                <a:lnTo>
                  <a:pt x="122" y="100"/>
                </a:lnTo>
                <a:lnTo>
                  <a:pt x="122" y="100"/>
                </a:lnTo>
                <a:lnTo>
                  <a:pt x="106" y="60"/>
                </a:lnTo>
                <a:lnTo>
                  <a:pt x="90" y="20"/>
                </a:lnTo>
                <a:lnTo>
                  <a:pt x="112" y="8"/>
                </a:lnTo>
                <a:lnTo>
                  <a:pt x="112" y="8"/>
                </a:lnTo>
                <a:lnTo>
                  <a:pt x="124" y="20"/>
                </a:lnTo>
                <a:lnTo>
                  <a:pt x="136" y="38"/>
                </a:lnTo>
                <a:lnTo>
                  <a:pt x="148" y="58"/>
                </a:lnTo>
                <a:lnTo>
                  <a:pt x="158" y="82"/>
                </a:lnTo>
                <a:lnTo>
                  <a:pt x="168" y="106"/>
                </a:lnTo>
                <a:lnTo>
                  <a:pt x="174" y="128"/>
                </a:lnTo>
                <a:lnTo>
                  <a:pt x="178" y="144"/>
                </a:lnTo>
                <a:lnTo>
                  <a:pt x="178" y="156"/>
                </a:lnTo>
                <a:lnTo>
                  <a:pt x="156" y="16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文本框 455"/>
          <p:cNvSpPr txBox="1"/>
          <p:nvPr/>
        </p:nvSpPr>
        <p:spPr>
          <a:xfrm>
            <a:off x="6430815" y="4501134"/>
            <a:ext cx="15305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200" kern="12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xxx- xxxx- xxxx</a:t>
            </a:r>
            <a:endParaRPr lang="zh-CN" sz="1200"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1028766" y="3412334"/>
            <a:ext cx="7482266" cy="125670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5"/>
          <p:cNvSpPr>
            <a:spLocks noEditPoints="1"/>
          </p:cNvSpPr>
          <p:nvPr/>
        </p:nvSpPr>
        <p:spPr bwMode="auto">
          <a:xfrm>
            <a:off x="933598" y="288926"/>
            <a:ext cx="544513" cy="601663"/>
          </a:xfrm>
          <a:custGeom>
            <a:avLst/>
            <a:gdLst>
              <a:gd name="T0" fmla="*/ 638 w 638"/>
              <a:gd name="T1" fmla="*/ 669 h 704"/>
              <a:gd name="T2" fmla="*/ 636 w 638"/>
              <a:gd name="T3" fmla="*/ 661 h 704"/>
              <a:gd name="T4" fmla="*/ 445 w 638"/>
              <a:gd name="T5" fmla="*/ 409 h 704"/>
              <a:gd name="T6" fmla="*/ 543 w 638"/>
              <a:gd name="T7" fmla="*/ 224 h 704"/>
              <a:gd name="T8" fmla="*/ 319 w 638"/>
              <a:gd name="T9" fmla="*/ 0 h 704"/>
              <a:gd name="T10" fmla="*/ 95 w 638"/>
              <a:gd name="T11" fmla="*/ 224 h 704"/>
              <a:gd name="T12" fmla="*/ 193 w 638"/>
              <a:gd name="T13" fmla="*/ 409 h 704"/>
              <a:gd name="T14" fmla="*/ 3 w 638"/>
              <a:gd name="T15" fmla="*/ 656 h 704"/>
              <a:gd name="T16" fmla="*/ 0 w 638"/>
              <a:gd name="T17" fmla="*/ 669 h 704"/>
              <a:gd name="T18" fmla="*/ 0 w 638"/>
              <a:gd name="T19" fmla="*/ 672 h 704"/>
              <a:gd name="T20" fmla="*/ 32 w 638"/>
              <a:gd name="T21" fmla="*/ 704 h 704"/>
              <a:gd name="T22" fmla="*/ 64 w 638"/>
              <a:gd name="T23" fmla="*/ 672 h 704"/>
              <a:gd name="T24" fmla="*/ 64 w 638"/>
              <a:gd name="T25" fmla="*/ 672 h 704"/>
              <a:gd name="T26" fmla="*/ 65 w 638"/>
              <a:gd name="T27" fmla="*/ 672 h 704"/>
              <a:gd name="T28" fmla="*/ 311 w 638"/>
              <a:gd name="T29" fmla="*/ 448 h 704"/>
              <a:gd name="T30" fmla="*/ 319 w 638"/>
              <a:gd name="T31" fmla="*/ 448 h 704"/>
              <a:gd name="T32" fmla="*/ 327 w 638"/>
              <a:gd name="T33" fmla="*/ 448 h 704"/>
              <a:gd name="T34" fmla="*/ 573 w 638"/>
              <a:gd name="T35" fmla="*/ 672 h 704"/>
              <a:gd name="T36" fmla="*/ 574 w 638"/>
              <a:gd name="T37" fmla="*/ 672 h 704"/>
              <a:gd name="T38" fmla="*/ 574 w 638"/>
              <a:gd name="T39" fmla="*/ 672 h 704"/>
              <a:gd name="T40" fmla="*/ 606 w 638"/>
              <a:gd name="T41" fmla="*/ 704 h 704"/>
              <a:gd name="T42" fmla="*/ 638 w 638"/>
              <a:gd name="T43" fmla="*/ 672 h 704"/>
              <a:gd name="T44" fmla="*/ 638 w 638"/>
              <a:gd name="T45" fmla="*/ 669 h 704"/>
              <a:gd name="T46" fmla="*/ 319 w 638"/>
              <a:gd name="T47" fmla="*/ 384 h 704"/>
              <a:gd name="T48" fmla="*/ 159 w 638"/>
              <a:gd name="T49" fmla="*/ 224 h 704"/>
              <a:gd name="T50" fmla="*/ 319 w 638"/>
              <a:gd name="T51" fmla="*/ 64 h 704"/>
              <a:gd name="T52" fmla="*/ 479 w 638"/>
              <a:gd name="T53" fmla="*/ 224 h 704"/>
              <a:gd name="T54" fmla="*/ 319 w 638"/>
              <a:gd name="T55" fmla="*/ 38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638" h="704">
                <a:moveTo>
                  <a:pt x="638" y="669"/>
                </a:moveTo>
                <a:cubicBezTo>
                  <a:pt x="638" y="667"/>
                  <a:pt x="637" y="664"/>
                  <a:pt x="636" y="661"/>
                </a:cubicBezTo>
                <a:cubicBezTo>
                  <a:pt x="621" y="548"/>
                  <a:pt x="547" y="453"/>
                  <a:pt x="445" y="409"/>
                </a:cubicBezTo>
                <a:cubicBezTo>
                  <a:pt x="505" y="369"/>
                  <a:pt x="543" y="301"/>
                  <a:pt x="543" y="224"/>
                </a:cubicBezTo>
                <a:cubicBezTo>
                  <a:pt x="543" y="100"/>
                  <a:pt x="443" y="0"/>
                  <a:pt x="319" y="0"/>
                </a:cubicBezTo>
                <a:cubicBezTo>
                  <a:pt x="195" y="0"/>
                  <a:pt x="95" y="100"/>
                  <a:pt x="95" y="224"/>
                </a:cubicBezTo>
                <a:cubicBezTo>
                  <a:pt x="95" y="301"/>
                  <a:pt x="134" y="369"/>
                  <a:pt x="193" y="409"/>
                </a:cubicBezTo>
                <a:cubicBezTo>
                  <a:pt x="93" y="452"/>
                  <a:pt x="20" y="545"/>
                  <a:pt x="3" y="656"/>
                </a:cubicBezTo>
                <a:cubicBezTo>
                  <a:pt x="1" y="660"/>
                  <a:pt x="0" y="665"/>
                  <a:pt x="0" y="669"/>
                </a:cubicBezTo>
                <a:cubicBezTo>
                  <a:pt x="0" y="672"/>
                  <a:pt x="0" y="672"/>
                  <a:pt x="0" y="672"/>
                </a:cubicBezTo>
                <a:cubicBezTo>
                  <a:pt x="0" y="690"/>
                  <a:pt x="15" y="704"/>
                  <a:pt x="32" y="704"/>
                </a:cubicBezTo>
                <a:cubicBezTo>
                  <a:pt x="50" y="704"/>
                  <a:pt x="64" y="690"/>
                  <a:pt x="64" y="672"/>
                </a:cubicBezTo>
                <a:cubicBezTo>
                  <a:pt x="64" y="672"/>
                  <a:pt x="64" y="672"/>
                  <a:pt x="64" y="672"/>
                </a:cubicBezTo>
                <a:cubicBezTo>
                  <a:pt x="65" y="672"/>
                  <a:pt x="65" y="672"/>
                  <a:pt x="65" y="672"/>
                </a:cubicBezTo>
                <a:cubicBezTo>
                  <a:pt x="80" y="548"/>
                  <a:pt x="184" y="452"/>
                  <a:pt x="311" y="448"/>
                </a:cubicBezTo>
                <a:cubicBezTo>
                  <a:pt x="314" y="448"/>
                  <a:pt x="316" y="448"/>
                  <a:pt x="319" y="448"/>
                </a:cubicBezTo>
                <a:cubicBezTo>
                  <a:pt x="322" y="448"/>
                  <a:pt x="324" y="448"/>
                  <a:pt x="327" y="448"/>
                </a:cubicBezTo>
                <a:cubicBezTo>
                  <a:pt x="454" y="452"/>
                  <a:pt x="558" y="548"/>
                  <a:pt x="573" y="672"/>
                </a:cubicBezTo>
                <a:cubicBezTo>
                  <a:pt x="574" y="672"/>
                  <a:pt x="574" y="672"/>
                  <a:pt x="574" y="672"/>
                </a:cubicBezTo>
                <a:cubicBezTo>
                  <a:pt x="574" y="672"/>
                  <a:pt x="574" y="672"/>
                  <a:pt x="574" y="672"/>
                </a:cubicBezTo>
                <a:cubicBezTo>
                  <a:pt x="574" y="690"/>
                  <a:pt x="588" y="704"/>
                  <a:pt x="606" y="704"/>
                </a:cubicBezTo>
                <a:cubicBezTo>
                  <a:pt x="624" y="704"/>
                  <a:pt x="638" y="690"/>
                  <a:pt x="638" y="672"/>
                </a:cubicBezTo>
                <a:lnTo>
                  <a:pt x="638" y="669"/>
                </a:lnTo>
                <a:close/>
                <a:moveTo>
                  <a:pt x="319" y="384"/>
                </a:moveTo>
                <a:cubicBezTo>
                  <a:pt x="231" y="384"/>
                  <a:pt x="159" y="312"/>
                  <a:pt x="159" y="224"/>
                </a:cubicBezTo>
                <a:cubicBezTo>
                  <a:pt x="159" y="135"/>
                  <a:pt x="231" y="64"/>
                  <a:pt x="319" y="64"/>
                </a:cubicBezTo>
                <a:cubicBezTo>
                  <a:pt x="407" y="64"/>
                  <a:pt x="479" y="135"/>
                  <a:pt x="479" y="224"/>
                </a:cubicBezTo>
                <a:cubicBezTo>
                  <a:pt x="479" y="312"/>
                  <a:pt x="407" y="384"/>
                  <a:pt x="319" y="38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82771" y="430268"/>
            <a:ext cx="318977" cy="318977"/>
          </a:xfrm>
          <a:prstGeom prst="ellipse">
            <a:avLst/>
          </a:prstGeom>
          <a:solidFill>
            <a:srgbClr val="E6A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1497592" y="38970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3130">
              <a:defRPr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rPr>
              <a:t>个人介绍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307548" y="1842007"/>
            <a:ext cx="13423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本科专业：</a:t>
            </a: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xxx</a:t>
            </a:r>
            <a:endParaRPr lang="zh-CN" altLang="en-US" sz="1400" b="1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278693" y="2648037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平均绩点：</a:t>
            </a: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3.73/4 </a:t>
            </a:r>
            <a:endParaRPr lang="en-US" altLang="zh-CN" sz="1400">
              <a:solidFill>
                <a:prstClr val="black">
                  <a:lumMod val="85000"/>
                  <a:lumOff val="15000"/>
                </a:prstClr>
              </a:solidFill>
              <a:latin typeface="+mj-ea"/>
              <a:ea typeface="+mj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448656" y="1813832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政治面貌：中共预备党员</a:t>
            </a:r>
            <a:endParaRPr lang="en-US" altLang="zh-CN" sz="1400">
              <a:solidFill>
                <a:prstClr val="black">
                  <a:lumMod val="85000"/>
                  <a:lumOff val="15000"/>
                </a:prstClr>
              </a:solidFill>
              <a:latin typeface="+mj-ea"/>
              <a:ea typeface="+mj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278693" y="2233833"/>
            <a:ext cx="9867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电话：</a:t>
            </a: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xxx</a:t>
            </a:r>
            <a:endParaRPr lang="en-US" altLang="zh-CN" sz="1400">
              <a:solidFill>
                <a:prstClr val="black">
                  <a:lumMod val="85000"/>
                  <a:lumOff val="15000"/>
                </a:prstClr>
              </a:solidFill>
              <a:latin typeface="+mj-ea"/>
              <a:ea typeface="+mj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443863" y="2647001"/>
            <a:ext cx="92075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QQ</a:t>
            </a: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：</a:t>
            </a: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xxx</a:t>
            </a:r>
            <a:endParaRPr lang="en-US" altLang="zh-CN" sz="1400">
              <a:solidFill>
                <a:prstClr val="black">
                  <a:lumMod val="85000"/>
                  <a:lumOff val="15000"/>
                </a:prstClr>
              </a:solidFill>
              <a:latin typeface="+mj-ea"/>
              <a:ea typeface="+mj-ea"/>
            </a:endParaRPr>
          </a:p>
        </p:txBody>
      </p:sp>
      <p:sp>
        <p:nvSpPr>
          <p:cNvPr id="59" name="文本框 58"/>
          <p:cNvSpPr txBox="1">
            <a:spLocks noChangeArrowheads="1"/>
          </p:cNvSpPr>
          <p:nvPr/>
        </p:nvSpPr>
        <p:spPr bwMode="auto">
          <a:xfrm>
            <a:off x="4151256" y="3541681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3130"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rPr>
              <a:t>自我评价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690840" y="3935624"/>
            <a:ext cx="6158118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+mj-ea"/>
                <a:ea typeface="+mj-ea"/>
              </a:rPr>
              <a:t>夯实的专业基础 </a:t>
            </a:r>
            <a:r>
              <a:rPr lang="en-US" altLang="zh-CN" sz="1200" dirty="0">
                <a:latin typeface="+mj-ea"/>
                <a:ea typeface="+mj-ea"/>
              </a:rPr>
              <a:t>| </a:t>
            </a:r>
            <a:r>
              <a:rPr lang="zh-CN" altLang="en-US" sz="1200" dirty="0">
                <a:latin typeface="+mj-ea"/>
                <a:ea typeface="+mj-ea"/>
              </a:rPr>
              <a:t>浓厚的学术兴趣 </a:t>
            </a:r>
            <a:r>
              <a:rPr lang="en-US" altLang="zh-CN" sz="1200" dirty="0">
                <a:latin typeface="+mj-ea"/>
                <a:ea typeface="+mj-ea"/>
              </a:rPr>
              <a:t>| </a:t>
            </a:r>
            <a:r>
              <a:rPr lang="zh-CN" altLang="en-US" sz="1200" dirty="0">
                <a:latin typeface="+mj-ea"/>
                <a:ea typeface="+mj-ea"/>
              </a:rPr>
              <a:t>丰富的项目经历</a:t>
            </a:r>
            <a:endParaRPr lang="en-US" altLang="zh-CN" sz="1200" dirty="0"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+mj-ea"/>
              </a:rPr>
              <a:t>工作认真负责 </a:t>
            </a:r>
            <a:r>
              <a:rPr lang="en-US" altLang="zh-CN" sz="1200" dirty="0">
                <a:latin typeface="+mj-ea"/>
              </a:rPr>
              <a:t>| </a:t>
            </a:r>
            <a:r>
              <a:rPr lang="zh-CN" altLang="en-US" sz="1200" dirty="0">
                <a:latin typeface="+mj-ea"/>
              </a:rPr>
              <a:t>极强团队精神 </a:t>
            </a:r>
            <a:r>
              <a:rPr lang="en-US" altLang="zh-CN" sz="1200" dirty="0">
                <a:latin typeface="+mj-ea"/>
              </a:rPr>
              <a:t>| </a:t>
            </a:r>
            <a:r>
              <a:rPr lang="zh-CN" altLang="en-US" sz="1200" dirty="0">
                <a:latin typeface="+mj-ea"/>
              </a:rPr>
              <a:t>态度积极乐观 </a:t>
            </a:r>
            <a:r>
              <a:rPr lang="en-US" altLang="zh-CN" sz="1200" dirty="0">
                <a:latin typeface="+mj-ea"/>
              </a:rPr>
              <a:t>| </a:t>
            </a:r>
            <a:r>
              <a:rPr lang="zh-CN" altLang="en-US" sz="1200" dirty="0">
                <a:latin typeface="+mj-ea"/>
              </a:rPr>
              <a:t>抗压能力强 </a:t>
            </a:r>
            <a:r>
              <a:rPr lang="en-US" altLang="zh-CN" sz="1200" dirty="0">
                <a:latin typeface="+mj-ea"/>
              </a:rPr>
              <a:t>| </a:t>
            </a:r>
            <a:r>
              <a:rPr lang="zh-CN" altLang="en-US" sz="1200" dirty="0">
                <a:latin typeface="+mj-ea"/>
              </a:rPr>
              <a:t>时间管理能力强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235942" y="1833240"/>
            <a:ext cx="16979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</a:rPr>
              <a:t>本科院校：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</a:rPr>
              <a:t>xxx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</a:rPr>
              <a:t>大学</a:t>
            </a:r>
            <a:endParaRPr lang="zh-CN" altLang="en-US" sz="1400" b="1" dirty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235942" y="2251043"/>
            <a:ext cx="173926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</a:rPr>
              <a:t>出生年月：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</a:rPr>
              <a:t>1998.10</a:t>
            </a: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+mj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237805" y="2622787"/>
            <a:ext cx="190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排名：</a:t>
            </a: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7/108 </a:t>
            </a: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（</a:t>
            </a: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6%</a:t>
            </a: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）</a:t>
            </a:r>
            <a:endParaRPr lang="zh-CN" altLang="en-US" sz="1400">
              <a:solidFill>
                <a:prstClr val="black">
                  <a:lumMod val="85000"/>
                  <a:lumOff val="15000"/>
                </a:prstClr>
              </a:solidFill>
              <a:latin typeface="+mj-ea"/>
              <a:ea typeface="+mj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443863" y="2233811"/>
            <a:ext cx="9867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邮箱：</a:t>
            </a: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+mj-ea"/>
                <a:ea typeface="+mj-ea"/>
              </a:rPr>
              <a:t>xxx</a:t>
            </a:r>
            <a:endParaRPr lang="zh-CN" altLang="en-US" sz="1400">
              <a:solidFill>
                <a:prstClr val="black">
                  <a:lumMod val="85000"/>
                  <a:lumOff val="15000"/>
                </a:prstClr>
              </a:solidFill>
              <a:latin typeface="+mj-ea"/>
              <a:ea typeface="+mj-ea"/>
            </a:endParaRPr>
          </a:p>
        </p:txBody>
      </p:sp>
      <p:sp>
        <p:nvSpPr>
          <p:cNvPr id="70" name="文本框 69"/>
          <p:cNvSpPr txBox="1">
            <a:spLocks noChangeArrowheads="1"/>
          </p:cNvSpPr>
          <p:nvPr/>
        </p:nvSpPr>
        <p:spPr bwMode="auto">
          <a:xfrm>
            <a:off x="938530" y="1570990"/>
            <a:ext cx="98615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3130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solidFill>
                  <a:schemeClr val="accent1"/>
                </a:solidFill>
                <a:latin typeface="+mn-ea"/>
                <a:ea typeface="+mn-ea"/>
              </a:rPr>
              <a:t>照片</a:t>
            </a:r>
            <a:endParaRPr lang="zh-CN" altLang="en-US" sz="240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cxnSp>
        <p:nvCxnSpPr>
          <p:cNvPr id="12" name="直接连接符 11"/>
          <p:cNvCxnSpPr>
            <a:stCxn id="7" idx="4"/>
          </p:cNvCxnSpPr>
          <p:nvPr/>
        </p:nvCxnSpPr>
        <p:spPr>
          <a:xfrm flipH="1">
            <a:off x="531628" y="749245"/>
            <a:ext cx="10632" cy="4394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037641" y="1290339"/>
            <a:ext cx="134742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3130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solidFill>
                  <a:schemeClr val="accent1"/>
                </a:solidFill>
                <a:latin typeface="+mn-ea"/>
                <a:ea typeface="+mn-ea"/>
              </a:rPr>
              <a:t>姓名</a:t>
            </a:r>
            <a:endParaRPr lang="zh-CN" altLang="en-US" sz="240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1530738" y="349135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3130">
              <a:defRPr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rPr>
              <a:t>教育背景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61" name="Freeform 9"/>
          <p:cNvSpPr>
            <a:spLocks noEditPoints="1"/>
          </p:cNvSpPr>
          <p:nvPr/>
        </p:nvSpPr>
        <p:spPr bwMode="auto">
          <a:xfrm>
            <a:off x="1020584" y="333953"/>
            <a:ext cx="457527" cy="449140"/>
          </a:xfrm>
          <a:custGeom>
            <a:avLst/>
            <a:gdLst>
              <a:gd name="T0" fmla="*/ 719 w 729"/>
              <a:gd name="T1" fmla="*/ 597 h 715"/>
              <a:gd name="T2" fmla="*/ 499 w 729"/>
              <a:gd name="T3" fmla="*/ 374 h 715"/>
              <a:gd name="T4" fmla="*/ 462 w 729"/>
              <a:gd name="T5" fmla="*/ 374 h 715"/>
              <a:gd name="T6" fmla="*/ 446 w 729"/>
              <a:gd name="T7" fmla="*/ 389 h 715"/>
              <a:gd name="T8" fmla="*/ 408 w 729"/>
              <a:gd name="T9" fmla="*/ 350 h 715"/>
              <a:gd name="T10" fmla="*/ 472 w 729"/>
              <a:gd name="T11" fmla="*/ 285 h 715"/>
              <a:gd name="T12" fmla="*/ 635 w 729"/>
              <a:gd name="T13" fmla="*/ 250 h 715"/>
              <a:gd name="T14" fmla="*/ 667 w 729"/>
              <a:gd name="T15" fmla="*/ 84 h 715"/>
              <a:gd name="T16" fmla="*/ 576 w 729"/>
              <a:gd name="T17" fmla="*/ 173 h 715"/>
              <a:gd name="T18" fmla="*/ 543 w 729"/>
              <a:gd name="T19" fmla="*/ 173 h 715"/>
              <a:gd name="T20" fmla="*/ 504 w 729"/>
              <a:gd name="T21" fmla="*/ 135 h 715"/>
              <a:gd name="T22" fmla="*/ 504 w 729"/>
              <a:gd name="T23" fmla="*/ 102 h 715"/>
              <a:gd name="T24" fmla="*/ 591 w 729"/>
              <a:gd name="T25" fmla="*/ 16 h 715"/>
              <a:gd name="T26" fmla="*/ 440 w 729"/>
              <a:gd name="T27" fmla="*/ 56 h 715"/>
              <a:gd name="T28" fmla="*/ 406 w 729"/>
              <a:gd name="T29" fmla="*/ 221 h 715"/>
              <a:gd name="T30" fmla="*/ 345 w 729"/>
              <a:gd name="T31" fmla="*/ 289 h 715"/>
              <a:gd name="T32" fmla="*/ 341 w 729"/>
              <a:gd name="T33" fmla="*/ 289 h 715"/>
              <a:gd name="T34" fmla="*/ 143 w 729"/>
              <a:gd name="T35" fmla="*/ 89 h 715"/>
              <a:gd name="T36" fmla="*/ 136 w 729"/>
              <a:gd name="T37" fmla="*/ 48 h 715"/>
              <a:gd name="T38" fmla="*/ 104 w 729"/>
              <a:gd name="T39" fmla="*/ 17 h 715"/>
              <a:gd name="T40" fmla="*/ 44 w 729"/>
              <a:gd name="T41" fmla="*/ 78 h 715"/>
              <a:gd name="T42" fmla="*/ 76 w 729"/>
              <a:gd name="T43" fmla="*/ 109 h 715"/>
              <a:gd name="T44" fmla="*/ 118 w 729"/>
              <a:gd name="T45" fmla="*/ 115 h 715"/>
              <a:gd name="T46" fmla="*/ 311 w 729"/>
              <a:gd name="T47" fmla="*/ 311 h 715"/>
              <a:gd name="T48" fmla="*/ 315 w 729"/>
              <a:gd name="T49" fmla="*/ 318 h 715"/>
              <a:gd name="T50" fmla="*/ 62 w 729"/>
              <a:gd name="T51" fmla="*/ 549 h 715"/>
              <a:gd name="T52" fmla="*/ 29 w 729"/>
              <a:gd name="T53" fmla="*/ 582 h 715"/>
              <a:gd name="T54" fmla="*/ 29 w 729"/>
              <a:gd name="T55" fmla="*/ 687 h 715"/>
              <a:gd name="T56" fmla="*/ 133 w 729"/>
              <a:gd name="T57" fmla="*/ 687 h 715"/>
              <a:gd name="T58" fmla="*/ 166 w 729"/>
              <a:gd name="T59" fmla="*/ 653 h 715"/>
              <a:gd name="T60" fmla="*/ 380 w 729"/>
              <a:gd name="T61" fmla="*/ 384 h 715"/>
              <a:gd name="T62" fmla="*/ 415 w 729"/>
              <a:gd name="T63" fmla="*/ 419 h 715"/>
              <a:gd name="T64" fmla="*/ 396 w 729"/>
              <a:gd name="T65" fmla="*/ 441 h 715"/>
              <a:gd name="T66" fmla="*/ 396 w 729"/>
              <a:gd name="T67" fmla="*/ 478 h 715"/>
              <a:gd name="T68" fmla="*/ 614 w 729"/>
              <a:gd name="T69" fmla="*/ 698 h 715"/>
              <a:gd name="T70" fmla="*/ 652 w 729"/>
              <a:gd name="T71" fmla="*/ 698 h 715"/>
              <a:gd name="T72" fmla="*/ 719 w 729"/>
              <a:gd name="T73" fmla="*/ 634 h 715"/>
              <a:gd name="T74" fmla="*/ 719 w 729"/>
              <a:gd name="T75" fmla="*/ 597 h 715"/>
              <a:gd name="T76" fmla="*/ 114 w 729"/>
              <a:gd name="T77" fmla="*/ 631 h 715"/>
              <a:gd name="T78" fmla="*/ 81 w 729"/>
              <a:gd name="T79" fmla="*/ 631 h 715"/>
              <a:gd name="T80" fmla="*/ 81 w 729"/>
              <a:gd name="T81" fmla="*/ 598 h 715"/>
              <a:gd name="T82" fmla="*/ 114 w 729"/>
              <a:gd name="T83" fmla="*/ 598 h 715"/>
              <a:gd name="T84" fmla="*/ 114 w 729"/>
              <a:gd name="T85" fmla="*/ 631 h 715"/>
              <a:gd name="T86" fmla="*/ 644 w 729"/>
              <a:gd name="T87" fmla="*/ 665 h 715"/>
              <a:gd name="T88" fmla="*/ 628 w 729"/>
              <a:gd name="T89" fmla="*/ 665 h 715"/>
              <a:gd name="T90" fmla="*/ 433 w 729"/>
              <a:gd name="T91" fmla="*/ 460 h 715"/>
              <a:gd name="T92" fmla="*/ 433 w 729"/>
              <a:gd name="T93" fmla="*/ 444 h 715"/>
              <a:gd name="T94" fmla="*/ 448 w 729"/>
              <a:gd name="T95" fmla="*/ 444 h 715"/>
              <a:gd name="T96" fmla="*/ 644 w 729"/>
              <a:gd name="T97" fmla="*/ 649 h 715"/>
              <a:gd name="T98" fmla="*/ 644 w 729"/>
              <a:gd name="T99" fmla="*/ 665 h 715"/>
              <a:gd name="T100" fmla="*/ 684 w 729"/>
              <a:gd name="T101" fmla="*/ 625 h 715"/>
              <a:gd name="T102" fmla="*/ 669 w 729"/>
              <a:gd name="T103" fmla="*/ 625 h 715"/>
              <a:gd name="T104" fmla="*/ 473 w 729"/>
              <a:gd name="T105" fmla="*/ 419 h 715"/>
              <a:gd name="T106" fmla="*/ 473 w 729"/>
              <a:gd name="T107" fmla="*/ 404 h 715"/>
              <a:gd name="T108" fmla="*/ 489 w 729"/>
              <a:gd name="T109" fmla="*/ 404 h 715"/>
              <a:gd name="T110" fmla="*/ 684 w 729"/>
              <a:gd name="T111" fmla="*/ 609 h 715"/>
              <a:gd name="T112" fmla="*/ 684 w 729"/>
              <a:gd name="T113" fmla="*/ 625 h 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729" h="715">
                <a:moveTo>
                  <a:pt x="719" y="597"/>
                </a:moveTo>
                <a:cubicBezTo>
                  <a:pt x="499" y="374"/>
                  <a:pt x="499" y="374"/>
                  <a:pt x="499" y="374"/>
                </a:cubicBezTo>
                <a:cubicBezTo>
                  <a:pt x="489" y="364"/>
                  <a:pt x="472" y="364"/>
                  <a:pt x="462" y="374"/>
                </a:cubicBezTo>
                <a:cubicBezTo>
                  <a:pt x="446" y="389"/>
                  <a:pt x="446" y="389"/>
                  <a:pt x="446" y="389"/>
                </a:cubicBezTo>
                <a:cubicBezTo>
                  <a:pt x="408" y="350"/>
                  <a:pt x="408" y="350"/>
                  <a:pt x="408" y="350"/>
                </a:cubicBezTo>
                <a:cubicBezTo>
                  <a:pt x="408" y="350"/>
                  <a:pt x="469" y="284"/>
                  <a:pt x="472" y="285"/>
                </a:cubicBezTo>
                <a:cubicBezTo>
                  <a:pt x="536" y="314"/>
                  <a:pt x="582" y="301"/>
                  <a:pt x="635" y="250"/>
                </a:cubicBezTo>
                <a:cubicBezTo>
                  <a:pt x="681" y="204"/>
                  <a:pt x="691" y="137"/>
                  <a:pt x="667" y="84"/>
                </a:cubicBezTo>
                <a:cubicBezTo>
                  <a:pt x="576" y="173"/>
                  <a:pt x="576" y="173"/>
                  <a:pt x="576" y="173"/>
                </a:cubicBezTo>
                <a:cubicBezTo>
                  <a:pt x="567" y="183"/>
                  <a:pt x="552" y="183"/>
                  <a:pt x="543" y="173"/>
                </a:cubicBezTo>
                <a:cubicBezTo>
                  <a:pt x="504" y="135"/>
                  <a:pt x="504" y="135"/>
                  <a:pt x="504" y="135"/>
                </a:cubicBezTo>
                <a:cubicBezTo>
                  <a:pt x="495" y="126"/>
                  <a:pt x="495" y="111"/>
                  <a:pt x="504" y="102"/>
                </a:cubicBezTo>
                <a:cubicBezTo>
                  <a:pt x="591" y="16"/>
                  <a:pt x="591" y="16"/>
                  <a:pt x="591" y="16"/>
                </a:cubicBezTo>
                <a:cubicBezTo>
                  <a:pt x="541" y="0"/>
                  <a:pt x="482" y="14"/>
                  <a:pt x="440" y="56"/>
                </a:cubicBezTo>
                <a:cubicBezTo>
                  <a:pt x="372" y="121"/>
                  <a:pt x="382" y="168"/>
                  <a:pt x="406" y="221"/>
                </a:cubicBezTo>
                <a:cubicBezTo>
                  <a:pt x="407" y="223"/>
                  <a:pt x="345" y="289"/>
                  <a:pt x="345" y="289"/>
                </a:cubicBezTo>
                <a:cubicBezTo>
                  <a:pt x="341" y="289"/>
                  <a:pt x="341" y="289"/>
                  <a:pt x="341" y="289"/>
                </a:cubicBezTo>
                <a:cubicBezTo>
                  <a:pt x="143" y="89"/>
                  <a:pt x="143" y="89"/>
                  <a:pt x="143" y="89"/>
                </a:cubicBezTo>
                <a:cubicBezTo>
                  <a:pt x="143" y="89"/>
                  <a:pt x="151" y="63"/>
                  <a:pt x="136" y="48"/>
                </a:cubicBezTo>
                <a:cubicBezTo>
                  <a:pt x="104" y="17"/>
                  <a:pt x="104" y="17"/>
                  <a:pt x="104" y="17"/>
                </a:cubicBezTo>
                <a:cubicBezTo>
                  <a:pt x="44" y="78"/>
                  <a:pt x="44" y="78"/>
                  <a:pt x="44" y="78"/>
                </a:cubicBezTo>
                <a:cubicBezTo>
                  <a:pt x="76" y="109"/>
                  <a:pt x="76" y="109"/>
                  <a:pt x="76" y="109"/>
                </a:cubicBezTo>
                <a:cubicBezTo>
                  <a:pt x="76" y="109"/>
                  <a:pt x="100" y="124"/>
                  <a:pt x="118" y="115"/>
                </a:cubicBezTo>
                <a:cubicBezTo>
                  <a:pt x="311" y="311"/>
                  <a:pt x="311" y="311"/>
                  <a:pt x="311" y="311"/>
                </a:cubicBezTo>
                <a:cubicBezTo>
                  <a:pt x="315" y="318"/>
                  <a:pt x="315" y="318"/>
                  <a:pt x="315" y="318"/>
                </a:cubicBezTo>
                <a:cubicBezTo>
                  <a:pt x="62" y="549"/>
                  <a:pt x="62" y="549"/>
                  <a:pt x="62" y="549"/>
                </a:cubicBezTo>
                <a:cubicBezTo>
                  <a:pt x="29" y="582"/>
                  <a:pt x="29" y="582"/>
                  <a:pt x="29" y="582"/>
                </a:cubicBezTo>
                <a:cubicBezTo>
                  <a:pt x="0" y="611"/>
                  <a:pt x="0" y="658"/>
                  <a:pt x="29" y="687"/>
                </a:cubicBezTo>
                <a:cubicBezTo>
                  <a:pt x="58" y="715"/>
                  <a:pt x="104" y="715"/>
                  <a:pt x="133" y="687"/>
                </a:cubicBezTo>
                <a:cubicBezTo>
                  <a:pt x="166" y="653"/>
                  <a:pt x="166" y="653"/>
                  <a:pt x="166" y="653"/>
                </a:cubicBezTo>
                <a:cubicBezTo>
                  <a:pt x="166" y="653"/>
                  <a:pt x="315" y="461"/>
                  <a:pt x="380" y="384"/>
                </a:cubicBezTo>
                <a:cubicBezTo>
                  <a:pt x="415" y="419"/>
                  <a:pt x="415" y="419"/>
                  <a:pt x="415" y="419"/>
                </a:cubicBezTo>
                <a:cubicBezTo>
                  <a:pt x="396" y="441"/>
                  <a:pt x="396" y="441"/>
                  <a:pt x="396" y="441"/>
                </a:cubicBezTo>
                <a:cubicBezTo>
                  <a:pt x="386" y="451"/>
                  <a:pt x="386" y="468"/>
                  <a:pt x="396" y="478"/>
                </a:cubicBezTo>
                <a:cubicBezTo>
                  <a:pt x="614" y="698"/>
                  <a:pt x="614" y="698"/>
                  <a:pt x="614" y="698"/>
                </a:cubicBezTo>
                <a:cubicBezTo>
                  <a:pt x="625" y="709"/>
                  <a:pt x="641" y="709"/>
                  <a:pt x="652" y="698"/>
                </a:cubicBezTo>
                <a:cubicBezTo>
                  <a:pt x="719" y="634"/>
                  <a:pt x="719" y="634"/>
                  <a:pt x="719" y="634"/>
                </a:cubicBezTo>
                <a:cubicBezTo>
                  <a:pt x="729" y="624"/>
                  <a:pt x="729" y="607"/>
                  <a:pt x="719" y="597"/>
                </a:cubicBezTo>
                <a:close/>
                <a:moveTo>
                  <a:pt x="114" y="631"/>
                </a:moveTo>
                <a:cubicBezTo>
                  <a:pt x="105" y="641"/>
                  <a:pt x="90" y="641"/>
                  <a:pt x="81" y="631"/>
                </a:cubicBezTo>
                <a:cubicBezTo>
                  <a:pt x="72" y="622"/>
                  <a:pt x="72" y="608"/>
                  <a:pt x="81" y="598"/>
                </a:cubicBezTo>
                <a:cubicBezTo>
                  <a:pt x="90" y="589"/>
                  <a:pt x="105" y="589"/>
                  <a:pt x="114" y="598"/>
                </a:cubicBezTo>
                <a:cubicBezTo>
                  <a:pt x="123" y="608"/>
                  <a:pt x="123" y="622"/>
                  <a:pt x="114" y="631"/>
                </a:cubicBezTo>
                <a:close/>
                <a:moveTo>
                  <a:pt x="644" y="665"/>
                </a:moveTo>
                <a:cubicBezTo>
                  <a:pt x="639" y="670"/>
                  <a:pt x="632" y="670"/>
                  <a:pt x="628" y="665"/>
                </a:cubicBezTo>
                <a:cubicBezTo>
                  <a:pt x="433" y="460"/>
                  <a:pt x="433" y="460"/>
                  <a:pt x="433" y="460"/>
                </a:cubicBezTo>
                <a:cubicBezTo>
                  <a:pt x="428" y="456"/>
                  <a:pt x="428" y="448"/>
                  <a:pt x="433" y="444"/>
                </a:cubicBezTo>
                <a:cubicBezTo>
                  <a:pt x="437" y="440"/>
                  <a:pt x="444" y="440"/>
                  <a:pt x="448" y="444"/>
                </a:cubicBezTo>
                <a:cubicBezTo>
                  <a:pt x="644" y="649"/>
                  <a:pt x="644" y="649"/>
                  <a:pt x="644" y="649"/>
                </a:cubicBezTo>
                <a:cubicBezTo>
                  <a:pt x="648" y="654"/>
                  <a:pt x="648" y="661"/>
                  <a:pt x="644" y="665"/>
                </a:cubicBezTo>
                <a:close/>
                <a:moveTo>
                  <a:pt x="684" y="625"/>
                </a:moveTo>
                <a:cubicBezTo>
                  <a:pt x="680" y="629"/>
                  <a:pt x="673" y="629"/>
                  <a:pt x="669" y="625"/>
                </a:cubicBezTo>
                <a:cubicBezTo>
                  <a:pt x="473" y="419"/>
                  <a:pt x="473" y="419"/>
                  <a:pt x="473" y="419"/>
                </a:cubicBezTo>
                <a:cubicBezTo>
                  <a:pt x="469" y="415"/>
                  <a:pt x="469" y="408"/>
                  <a:pt x="473" y="404"/>
                </a:cubicBezTo>
                <a:cubicBezTo>
                  <a:pt x="477" y="399"/>
                  <a:pt x="485" y="399"/>
                  <a:pt x="489" y="404"/>
                </a:cubicBezTo>
                <a:cubicBezTo>
                  <a:pt x="684" y="609"/>
                  <a:pt x="684" y="609"/>
                  <a:pt x="684" y="609"/>
                </a:cubicBezTo>
                <a:cubicBezTo>
                  <a:pt x="689" y="613"/>
                  <a:pt x="689" y="620"/>
                  <a:pt x="684" y="6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531628" y="0"/>
            <a:ext cx="12445" cy="514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382771" y="430268"/>
            <a:ext cx="318977" cy="318977"/>
          </a:xfrm>
          <a:prstGeom prst="ellipse">
            <a:avLst/>
          </a:prstGeom>
          <a:solidFill>
            <a:srgbClr val="E6A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67957" y="1021291"/>
            <a:ext cx="7820809" cy="3830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1043940" algn="l"/>
              </a:tabLst>
            </a:pPr>
            <a:r>
              <a:rPr lang="en-US" altLang="zh-CN" sz="1400" b="1" kern="0">
                <a:latin typeface="+mj-ea"/>
                <a:ea typeface="+mj-ea"/>
                <a:cs typeface="微软雅黑" panose="020B0503020204020204" pitchFamily="34" charset="-122"/>
              </a:rPr>
              <a:t>xxx</a:t>
            </a:r>
            <a:r>
              <a:rPr lang="zh-CN" altLang="zh-CN" sz="1400" b="1" kern="0">
                <a:latin typeface="+mj-ea"/>
                <a:ea typeface="+mj-ea"/>
                <a:cs typeface="微软雅黑" panose="020B0503020204020204" pitchFamily="34" charset="-122"/>
              </a:rPr>
              <a:t>年</a:t>
            </a:r>
            <a:r>
              <a:rPr lang="en-US" altLang="zh-CN" sz="1400" b="1" kern="0">
                <a:latin typeface="+mj-ea"/>
                <a:ea typeface="+mj-ea"/>
                <a:cs typeface="微软雅黑" panose="020B0503020204020204" pitchFamily="34" charset="-122"/>
              </a:rPr>
              <a:t>x</a:t>
            </a:r>
            <a:r>
              <a:rPr lang="zh-CN" altLang="zh-CN" sz="1400" b="1" kern="0">
                <a:latin typeface="+mj-ea"/>
                <a:ea typeface="+mj-ea"/>
                <a:cs typeface="微软雅黑" panose="020B0503020204020204" pitchFamily="34" charset="-122"/>
              </a:rPr>
              <a:t>月至今</a:t>
            </a:r>
            <a:r>
              <a:rPr lang="en-US" altLang="zh-CN" sz="1400" b="1" kern="0">
                <a:latin typeface="+mj-ea"/>
                <a:ea typeface="+mj-ea"/>
                <a:cs typeface="微软雅黑" panose="020B0503020204020204" pitchFamily="34" charset="-122"/>
              </a:rPr>
              <a:t>                      xxx</a:t>
            </a:r>
            <a:r>
              <a:rPr lang="zh-CN" altLang="zh-CN" sz="1400" b="1" kern="0">
                <a:latin typeface="+mj-ea"/>
                <a:ea typeface="+mj-ea"/>
                <a:cs typeface="微软雅黑" panose="020B0503020204020204" pitchFamily="34" charset="-122"/>
              </a:rPr>
              <a:t>大学</a:t>
            </a:r>
            <a:r>
              <a:rPr lang="en-US" altLang="zh-CN" sz="1400" b="1" kern="0">
                <a:latin typeface="+mj-ea"/>
                <a:ea typeface="+mj-ea"/>
                <a:cs typeface="微软雅黑" panose="020B0503020204020204" pitchFamily="34" charset="-122"/>
              </a:rPr>
              <a:t>                          xxx</a:t>
            </a:r>
            <a:r>
              <a:rPr lang="zh-CN" altLang="zh-CN" sz="1400" b="1" kern="0">
                <a:latin typeface="+mj-ea"/>
                <a:ea typeface="+mj-ea"/>
                <a:cs typeface="微软雅黑" panose="020B0503020204020204" pitchFamily="34" charset="-122"/>
              </a:rPr>
              <a:t>学院</a:t>
            </a:r>
            <a:r>
              <a:rPr lang="en-US" altLang="zh-CN" sz="1400" b="1" kern="0">
                <a:latin typeface="+mj-ea"/>
                <a:ea typeface="+mj-ea"/>
                <a:cs typeface="微软雅黑" panose="020B0503020204020204" pitchFamily="34" charset="-122"/>
              </a:rPr>
              <a:t>          </a:t>
            </a:r>
            <a:r>
              <a:rPr lang="en-US" altLang="zh-CN" sz="1400" b="1" kern="0">
                <a:solidFill>
                  <a:srgbClr val="FFFFFF"/>
                </a:solidFill>
                <a:latin typeface="+mj-ea"/>
                <a:ea typeface="+mj-ea"/>
                <a:cs typeface="微软雅黑" panose="020B0503020204020204" pitchFamily="34" charset="-122"/>
              </a:rPr>
              <a:t>            xxx</a:t>
            </a:r>
            <a:r>
              <a:rPr lang="zh-CN" altLang="zh-CN" sz="1400" b="1" kern="0">
                <a:latin typeface="+mj-ea"/>
                <a:ea typeface="+mj-ea"/>
                <a:cs typeface="微软雅黑" panose="020B0503020204020204" pitchFamily="34" charset="-122"/>
              </a:rPr>
              <a:t>专业</a:t>
            </a:r>
            <a:endParaRPr lang="en-US" altLang="zh-CN" sz="1400" b="1" kern="0">
              <a:latin typeface="+mj-ea"/>
              <a:ea typeface="+mj-ea"/>
              <a:cs typeface="微软雅黑" panose="020B0503020204020204" pitchFamily="34" charset="-122"/>
            </a:endParaRPr>
          </a:p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1043940" algn="l"/>
              </a:tabLst>
            </a:pPr>
            <a:endParaRPr lang="en-US" altLang="zh-CN" sz="1400" b="1" kern="0">
              <a:latin typeface="+mj-ea"/>
              <a:ea typeface="+mj-ea"/>
              <a:cs typeface="微软雅黑" panose="020B0503020204020204" pitchFamily="34" charset="-122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"/>
            </a:pPr>
            <a:r>
              <a:rPr lang="zh-CN" altLang="zh-CN" sz="1400" b="1" kern="100">
                <a:latin typeface="+mj-ea"/>
                <a:ea typeface="+mj-ea"/>
                <a:cs typeface="Times New Roman" panose="02020603050405020304" pitchFamily="18" charset="0"/>
              </a:rPr>
              <a:t>平均绩点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3.73/4              </a:t>
            </a:r>
            <a:r>
              <a:rPr lang="zh-CN" altLang="zh-CN" sz="1400" b="1" kern="100">
                <a:latin typeface="+mj-ea"/>
                <a:ea typeface="+mj-ea"/>
                <a:cs typeface="Times New Roman" panose="02020603050405020304" pitchFamily="18" charset="0"/>
              </a:rPr>
              <a:t>排名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7/108</a:t>
            </a:r>
            <a:r>
              <a:rPr lang="zh-CN" altLang="en-US" sz="1400" kern="10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6%</a:t>
            </a:r>
            <a:r>
              <a:rPr lang="zh-CN" altLang="en-US" sz="1400" kern="100"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endParaRPr lang="zh-CN" altLang="zh-CN" sz="1400" kern="10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"/>
            </a:pPr>
            <a:r>
              <a:rPr lang="zh-CN" altLang="zh-CN" sz="1400" b="1" kern="100">
                <a:latin typeface="+mj-ea"/>
                <a:ea typeface="+mj-ea"/>
                <a:cs typeface="Times New Roman" panose="02020603050405020304" pitchFamily="18" charset="0"/>
              </a:rPr>
              <a:t>主干课程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：高数（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93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）、概率论与数理统计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Ⅱ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92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）、微观经济学（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92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）、公司金融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95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）、</a:t>
            </a:r>
            <a:endParaRPr lang="zh-CN" altLang="zh-CN" sz="1400" kern="10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66700" indent="533400"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        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金融学（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91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）、、、、</a:t>
            </a:r>
            <a:endParaRPr lang="zh-CN" altLang="zh-CN" sz="1400" kern="10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"/>
            </a:pPr>
            <a:r>
              <a:rPr lang="zh-CN" altLang="zh-CN" sz="1400" b="1" kern="100">
                <a:latin typeface="+mj-ea"/>
                <a:ea typeface="+mj-ea"/>
                <a:cs typeface="Times New Roman" panose="02020603050405020304" pitchFamily="18" charset="0"/>
              </a:rPr>
              <a:t>学习能力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：一次性通过英语六级；擅长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Office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软件、熟练掌握计量经济学软件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Eviews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等；</a:t>
            </a:r>
            <a:endParaRPr lang="zh-CN" altLang="zh-CN" sz="1400" kern="10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66700" indent="666750"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     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国家普通话水平测试二级甲等。</a:t>
            </a:r>
            <a:endParaRPr lang="zh-CN" altLang="zh-CN" sz="1400" kern="10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"/>
            </a:pPr>
            <a:r>
              <a:rPr lang="zh-CN" altLang="zh-CN" sz="1400" b="1" kern="100">
                <a:latin typeface="+mj-ea"/>
                <a:ea typeface="+mj-ea"/>
                <a:cs typeface="Times New Roman" panose="02020603050405020304" pitchFamily="18" charset="0"/>
              </a:rPr>
              <a:t>游学经历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：参与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xxx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大学【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xxx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】课程（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2019.07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），获得</a:t>
            </a:r>
            <a:r>
              <a:rPr lang="en-US" altLang="zh-CN" sz="1400" kern="100">
                <a:latin typeface="+mj-ea"/>
                <a:ea typeface="+mj-ea"/>
                <a:cs typeface="Times New Roman" panose="02020603050405020304" pitchFamily="18" charset="0"/>
              </a:rPr>
              <a:t>xxx</a:t>
            </a:r>
            <a:r>
              <a:rPr lang="zh-CN" altLang="zh-CN" sz="1400" kern="100">
                <a:latin typeface="+mj-ea"/>
                <a:ea typeface="+mj-ea"/>
                <a:cs typeface="Times New Roman" panose="02020603050405020304" pitchFamily="18" charset="0"/>
              </a:rPr>
              <a:t>大学推荐信。</a:t>
            </a:r>
            <a:endParaRPr lang="zh-CN" altLang="zh-CN" sz="1400" kern="100">
              <a:latin typeface="+mj-ea"/>
              <a:ea typeface="+mj-ea"/>
              <a:cs typeface="Times New Roman" panose="02020603050405020304" pitchFamily="18" charset="0"/>
            </a:endParaRPr>
          </a:p>
          <a:p>
            <a:pPr lvl="0" algn="just">
              <a:spcBef>
                <a:spcPts val="600"/>
              </a:spcBef>
              <a:spcAft>
                <a:spcPts val="600"/>
              </a:spcAft>
            </a:pPr>
            <a:endParaRPr lang="zh-CN" altLang="zh-CN" sz="1400" kern="10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tabLst>
                <a:tab pos="1043940" algn="l"/>
              </a:tabLst>
            </a:pPr>
            <a:endParaRPr lang="zh-CN" altLang="zh-CN" sz="1400" kern="100"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1478111" y="396187"/>
            <a:ext cx="130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3130">
              <a:defRPr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rPr>
              <a:t>科研情况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1" name="Freeform 21"/>
          <p:cNvSpPr>
            <a:spLocks noEditPoints="1"/>
          </p:cNvSpPr>
          <p:nvPr/>
        </p:nvSpPr>
        <p:spPr bwMode="auto">
          <a:xfrm>
            <a:off x="954268" y="314361"/>
            <a:ext cx="523843" cy="481936"/>
          </a:xfrm>
          <a:custGeom>
            <a:avLst/>
            <a:gdLst>
              <a:gd name="T0" fmla="*/ 689 w 716"/>
              <a:gd name="T1" fmla="*/ 324 h 658"/>
              <a:gd name="T2" fmla="*/ 453 w 716"/>
              <a:gd name="T3" fmla="*/ 324 h 658"/>
              <a:gd name="T4" fmla="*/ 453 w 716"/>
              <a:gd name="T5" fmla="*/ 419 h 658"/>
              <a:gd name="T6" fmla="*/ 406 w 716"/>
              <a:gd name="T7" fmla="*/ 467 h 658"/>
              <a:gd name="T8" fmla="*/ 310 w 716"/>
              <a:gd name="T9" fmla="*/ 467 h 658"/>
              <a:gd name="T10" fmla="*/ 263 w 716"/>
              <a:gd name="T11" fmla="*/ 419 h 658"/>
              <a:gd name="T12" fmla="*/ 263 w 716"/>
              <a:gd name="T13" fmla="*/ 324 h 658"/>
              <a:gd name="T14" fmla="*/ 27 w 716"/>
              <a:gd name="T15" fmla="*/ 324 h 658"/>
              <a:gd name="T16" fmla="*/ 27 w 716"/>
              <a:gd name="T17" fmla="*/ 326 h 658"/>
              <a:gd name="T18" fmla="*/ 27 w 716"/>
              <a:gd name="T19" fmla="*/ 611 h 658"/>
              <a:gd name="T20" fmla="*/ 75 w 716"/>
              <a:gd name="T21" fmla="*/ 658 h 658"/>
              <a:gd name="T22" fmla="*/ 641 w 716"/>
              <a:gd name="T23" fmla="*/ 658 h 658"/>
              <a:gd name="T24" fmla="*/ 689 w 716"/>
              <a:gd name="T25" fmla="*/ 611 h 658"/>
              <a:gd name="T26" fmla="*/ 689 w 716"/>
              <a:gd name="T27" fmla="*/ 326 h 658"/>
              <a:gd name="T28" fmla="*/ 689 w 716"/>
              <a:gd name="T29" fmla="*/ 324 h 658"/>
              <a:gd name="T30" fmla="*/ 669 w 716"/>
              <a:gd name="T31" fmla="*/ 100 h 658"/>
              <a:gd name="T32" fmla="*/ 466 w 716"/>
              <a:gd name="T33" fmla="*/ 100 h 658"/>
              <a:gd name="T34" fmla="*/ 466 w 716"/>
              <a:gd name="T35" fmla="*/ 48 h 658"/>
              <a:gd name="T36" fmla="*/ 418 w 716"/>
              <a:gd name="T37" fmla="*/ 0 h 658"/>
              <a:gd name="T38" fmla="*/ 298 w 716"/>
              <a:gd name="T39" fmla="*/ 0 h 658"/>
              <a:gd name="T40" fmla="*/ 250 w 716"/>
              <a:gd name="T41" fmla="*/ 48 h 658"/>
              <a:gd name="T42" fmla="*/ 250 w 716"/>
              <a:gd name="T43" fmla="*/ 100 h 658"/>
              <a:gd name="T44" fmla="*/ 47 w 716"/>
              <a:gd name="T45" fmla="*/ 100 h 658"/>
              <a:gd name="T46" fmla="*/ 0 w 716"/>
              <a:gd name="T47" fmla="*/ 147 h 658"/>
              <a:gd name="T48" fmla="*/ 0 w 716"/>
              <a:gd name="T49" fmla="*/ 282 h 658"/>
              <a:gd name="T50" fmla="*/ 716 w 716"/>
              <a:gd name="T51" fmla="*/ 282 h 658"/>
              <a:gd name="T52" fmla="*/ 716 w 716"/>
              <a:gd name="T53" fmla="*/ 147 h 658"/>
              <a:gd name="T54" fmla="*/ 669 w 716"/>
              <a:gd name="T55" fmla="*/ 100 h 658"/>
              <a:gd name="T56" fmla="*/ 284 w 716"/>
              <a:gd name="T57" fmla="*/ 66 h 658"/>
              <a:gd name="T58" fmla="*/ 317 w 716"/>
              <a:gd name="T59" fmla="*/ 34 h 658"/>
              <a:gd name="T60" fmla="*/ 399 w 716"/>
              <a:gd name="T61" fmla="*/ 34 h 658"/>
              <a:gd name="T62" fmla="*/ 432 w 716"/>
              <a:gd name="T63" fmla="*/ 66 h 658"/>
              <a:gd name="T64" fmla="*/ 432 w 716"/>
              <a:gd name="T65" fmla="*/ 100 h 658"/>
              <a:gd name="T66" fmla="*/ 284 w 716"/>
              <a:gd name="T67" fmla="*/ 100 h 658"/>
              <a:gd name="T68" fmla="*/ 284 w 716"/>
              <a:gd name="T69" fmla="*/ 66 h 658"/>
              <a:gd name="T70" fmla="*/ 393 w 716"/>
              <a:gd name="T71" fmla="*/ 302 h 658"/>
              <a:gd name="T72" fmla="*/ 323 w 716"/>
              <a:gd name="T73" fmla="*/ 302 h 658"/>
              <a:gd name="T74" fmla="*/ 288 w 716"/>
              <a:gd name="T75" fmla="*/ 337 h 658"/>
              <a:gd name="T76" fmla="*/ 288 w 716"/>
              <a:gd name="T77" fmla="*/ 407 h 658"/>
              <a:gd name="T78" fmla="*/ 323 w 716"/>
              <a:gd name="T79" fmla="*/ 442 h 658"/>
              <a:gd name="T80" fmla="*/ 393 w 716"/>
              <a:gd name="T81" fmla="*/ 442 h 658"/>
              <a:gd name="T82" fmla="*/ 428 w 716"/>
              <a:gd name="T83" fmla="*/ 407 h 658"/>
              <a:gd name="T84" fmla="*/ 428 w 716"/>
              <a:gd name="T85" fmla="*/ 337 h 658"/>
              <a:gd name="T86" fmla="*/ 393 w 716"/>
              <a:gd name="T87" fmla="*/ 302 h 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716" h="658">
                <a:moveTo>
                  <a:pt x="689" y="324"/>
                </a:moveTo>
                <a:cubicBezTo>
                  <a:pt x="453" y="324"/>
                  <a:pt x="453" y="324"/>
                  <a:pt x="453" y="324"/>
                </a:cubicBezTo>
                <a:cubicBezTo>
                  <a:pt x="453" y="419"/>
                  <a:pt x="453" y="419"/>
                  <a:pt x="453" y="419"/>
                </a:cubicBezTo>
                <a:cubicBezTo>
                  <a:pt x="453" y="445"/>
                  <a:pt x="432" y="467"/>
                  <a:pt x="406" y="467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284" y="467"/>
                  <a:pt x="263" y="445"/>
                  <a:pt x="263" y="419"/>
                </a:cubicBezTo>
                <a:cubicBezTo>
                  <a:pt x="263" y="324"/>
                  <a:pt x="263" y="324"/>
                  <a:pt x="263" y="324"/>
                </a:cubicBezTo>
                <a:cubicBezTo>
                  <a:pt x="27" y="324"/>
                  <a:pt x="27" y="324"/>
                  <a:pt x="27" y="324"/>
                </a:cubicBezTo>
                <a:cubicBezTo>
                  <a:pt x="27" y="325"/>
                  <a:pt x="27" y="325"/>
                  <a:pt x="27" y="326"/>
                </a:cubicBezTo>
                <a:cubicBezTo>
                  <a:pt x="27" y="611"/>
                  <a:pt x="27" y="611"/>
                  <a:pt x="27" y="611"/>
                </a:cubicBezTo>
                <a:cubicBezTo>
                  <a:pt x="27" y="637"/>
                  <a:pt x="49" y="658"/>
                  <a:pt x="75" y="658"/>
                </a:cubicBezTo>
                <a:cubicBezTo>
                  <a:pt x="641" y="658"/>
                  <a:pt x="641" y="658"/>
                  <a:pt x="641" y="658"/>
                </a:cubicBezTo>
                <a:cubicBezTo>
                  <a:pt x="667" y="658"/>
                  <a:pt x="689" y="637"/>
                  <a:pt x="689" y="611"/>
                </a:cubicBezTo>
                <a:cubicBezTo>
                  <a:pt x="689" y="326"/>
                  <a:pt x="689" y="326"/>
                  <a:pt x="689" y="326"/>
                </a:cubicBezTo>
                <a:cubicBezTo>
                  <a:pt x="689" y="325"/>
                  <a:pt x="689" y="325"/>
                  <a:pt x="689" y="324"/>
                </a:cubicBezTo>
                <a:close/>
                <a:moveTo>
                  <a:pt x="669" y="100"/>
                </a:moveTo>
                <a:cubicBezTo>
                  <a:pt x="466" y="100"/>
                  <a:pt x="466" y="100"/>
                  <a:pt x="466" y="100"/>
                </a:cubicBezTo>
                <a:cubicBezTo>
                  <a:pt x="466" y="48"/>
                  <a:pt x="466" y="48"/>
                  <a:pt x="466" y="48"/>
                </a:cubicBezTo>
                <a:cubicBezTo>
                  <a:pt x="466" y="21"/>
                  <a:pt x="444" y="0"/>
                  <a:pt x="418" y="0"/>
                </a:cubicBezTo>
                <a:cubicBezTo>
                  <a:pt x="298" y="0"/>
                  <a:pt x="298" y="0"/>
                  <a:pt x="298" y="0"/>
                </a:cubicBezTo>
                <a:cubicBezTo>
                  <a:pt x="272" y="0"/>
                  <a:pt x="250" y="21"/>
                  <a:pt x="250" y="48"/>
                </a:cubicBezTo>
                <a:cubicBezTo>
                  <a:pt x="250" y="100"/>
                  <a:pt x="250" y="100"/>
                  <a:pt x="250" y="100"/>
                </a:cubicBezTo>
                <a:cubicBezTo>
                  <a:pt x="47" y="100"/>
                  <a:pt x="47" y="100"/>
                  <a:pt x="47" y="100"/>
                </a:cubicBezTo>
                <a:cubicBezTo>
                  <a:pt x="21" y="100"/>
                  <a:pt x="0" y="121"/>
                  <a:pt x="0" y="147"/>
                </a:cubicBezTo>
                <a:cubicBezTo>
                  <a:pt x="0" y="282"/>
                  <a:pt x="0" y="282"/>
                  <a:pt x="0" y="282"/>
                </a:cubicBezTo>
                <a:cubicBezTo>
                  <a:pt x="716" y="282"/>
                  <a:pt x="716" y="282"/>
                  <a:pt x="716" y="282"/>
                </a:cubicBezTo>
                <a:cubicBezTo>
                  <a:pt x="716" y="147"/>
                  <a:pt x="716" y="147"/>
                  <a:pt x="716" y="147"/>
                </a:cubicBezTo>
                <a:cubicBezTo>
                  <a:pt x="716" y="121"/>
                  <a:pt x="695" y="100"/>
                  <a:pt x="669" y="100"/>
                </a:cubicBezTo>
                <a:close/>
                <a:moveTo>
                  <a:pt x="284" y="66"/>
                </a:moveTo>
                <a:cubicBezTo>
                  <a:pt x="284" y="48"/>
                  <a:pt x="299" y="34"/>
                  <a:pt x="317" y="34"/>
                </a:cubicBezTo>
                <a:cubicBezTo>
                  <a:pt x="399" y="34"/>
                  <a:pt x="399" y="34"/>
                  <a:pt x="399" y="34"/>
                </a:cubicBezTo>
                <a:cubicBezTo>
                  <a:pt x="417" y="34"/>
                  <a:pt x="432" y="48"/>
                  <a:pt x="432" y="66"/>
                </a:cubicBezTo>
                <a:cubicBezTo>
                  <a:pt x="432" y="100"/>
                  <a:pt x="432" y="100"/>
                  <a:pt x="432" y="100"/>
                </a:cubicBezTo>
                <a:cubicBezTo>
                  <a:pt x="284" y="100"/>
                  <a:pt x="284" y="100"/>
                  <a:pt x="284" y="100"/>
                </a:cubicBezTo>
                <a:lnTo>
                  <a:pt x="284" y="66"/>
                </a:lnTo>
                <a:close/>
                <a:moveTo>
                  <a:pt x="393" y="302"/>
                </a:moveTo>
                <a:cubicBezTo>
                  <a:pt x="323" y="302"/>
                  <a:pt x="323" y="302"/>
                  <a:pt x="323" y="302"/>
                </a:cubicBezTo>
                <a:cubicBezTo>
                  <a:pt x="304" y="302"/>
                  <a:pt x="288" y="317"/>
                  <a:pt x="288" y="337"/>
                </a:cubicBezTo>
                <a:cubicBezTo>
                  <a:pt x="288" y="407"/>
                  <a:pt x="288" y="407"/>
                  <a:pt x="288" y="407"/>
                </a:cubicBezTo>
                <a:cubicBezTo>
                  <a:pt x="288" y="426"/>
                  <a:pt x="304" y="442"/>
                  <a:pt x="323" y="442"/>
                </a:cubicBezTo>
                <a:cubicBezTo>
                  <a:pt x="393" y="442"/>
                  <a:pt x="393" y="442"/>
                  <a:pt x="393" y="442"/>
                </a:cubicBezTo>
                <a:cubicBezTo>
                  <a:pt x="412" y="442"/>
                  <a:pt x="428" y="426"/>
                  <a:pt x="428" y="407"/>
                </a:cubicBezTo>
                <a:cubicBezTo>
                  <a:pt x="428" y="337"/>
                  <a:pt x="428" y="337"/>
                  <a:pt x="428" y="337"/>
                </a:cubicBezTo>
                <a:cubicBezTo>
                  <a:pt x="428" y="317"/>
                  <a:pt x="412" y="302"/>
                  <a:pt x="393" y="3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026691" y="1053055"/>
            <a:ext cx="1324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chemeClr val="accent1"/>
                </a:solidFill>
                <a:latin typeface="+mj-ea"/>
                <a:ea typeface="+mj-ea"/>
              </a:rPr>
              <a:t>2019.03    </a:t>
            </a:r>
            <a:endParaRPr lang="en-US" altLang="zh-CN" sz="1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26691" y="1460358"/>
            <a:ext cx="515620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  <a:latin typeface="+mj-ea"/>
                <a:ea typeface="+mj-ea"/>
              </a:rPr>
              <a:t>大学生创新训练计划项目：</a:t>
            </a:r>
            <a:r>
              <a:rPr lang="en-US" altLang="zh-CN" sz="1400" b="1">
                <a:solidFill>
                  <a:schemeClr val="accent1"/>
                </a:solidFill>
                <a:latin typeface="+mj-ea"/>
                <a:ea typeface="+mj-ea"/>
              </a:rPr>
              <a:t>xxxxx</a:t>
            </a:r>
            <a:r>
              <a:rPr lang="zh-CN" altLang="en-US" sz="1400" b="1">
                <a:solidFill>
                  <a:schemeClr val="accent1"/>
                </a:solidFill>
                <a:latin typeface="+mj-ea"/>
                <a:ea typeface="+mj-ea"/>
              </a:rPr>
              <a:t>的影响研究</a:t>
            </a:r>
            <a:r>
              <a:rPr lang="zh-CN" altLang="en-US" sz="1400" b="1">
                <a:solidFill>
                  <a:schemeClr val="accent1"/>
                </a:solidFill>
                <a:latin typeface="+mj-ea"/>
              </a:rPr>
              <a:t>（项目编号</a:t>
            </a:r>
            <a:r>
              <a:rPr lang="en-US" altLang="zh-CN" sz="1400" b="1">
                <a:solidFill>
                  <a:schemeClr val="accent1"/>
                </a:solidFill>
                <a:latin typeface="+mj-ea"/>
              </a:rPr>
              <a:t>:xxx</a:t>
            </a:r>
            <a:r>
              <a:rPr lang="zh-CN" altLang="en-US" sz="1400" b="1">
                <a:solidFill>
                  <a:schemeClr val="accent1"/>
                </a:solidFill>
                <a:latin typeface="+mj-ea"/>
              </a:rPr>
              <a:t>）</a:t>
            </a:r>
            <a:endParaRPr lang="zh-CN" altLang="en-US" sz="1400" b="1">
              <a:solidFill>
                <a:schemeClr val="accent1"/>
              </a:solidFill>
              <a:latin typeface="+mj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54268" y="2109907"/>
            <a:ext cx="7582926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据农村普惠金融的发展现状，致力于苏南地区农业现代化的快速发展，提出相应的建议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主要负责查阅文献，数据处理和部分撰写工作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自学运用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Eviews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进行数据处理和回归分析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以第二作者在国家级期刊发表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《xxx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的影响研究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》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项目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论文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采取实地调研和多元灰色模型，表明农村金融利于农业现代化发展。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531628" y="0"/>
            <a:ext cx="12445" cy="514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382771" y="430268"/>
            <a:ext cx="318977" cy="318977"/>
          </a:xfrm>
          <a:prstGeom prst="ellipse">
            <a:avLst/>
          </a:prstGeom>
          <a:solidFill>
            <a:srgbClr val="E6A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84584" y="2892055"/>
            <a:ext cx="318977" cy="318977"/>
          </a:xfrm>
          <a:prstGeom prst="ellipse">
            <a:avLst/>
          </a:prstGeom>
          <a:solidFill>
            <a:srgbClr val="E6A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1478111" y="396187"/>
            <a:ext cx="130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3130">
              <a:defRPr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rPr>
              <a:t>科研情况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1" name="Freeform 21"/>
          <p:cNvSpPr>
            <a:spLocks noEditPoints="1"/>
          </p:cNvSpPr>
          <p:nvPr/>
        </p:nvSpPr>
        <p:spPr bwMode="auto">
          <a:xfrm>
            <a:off x="954268" y="314361"/>
            <a:ext cx="523843" cy="481936"/>
          </a:xfrm>
          <a:custGeom>
            <a:avLst/>
            <a:gdLst>
              <a:gd name="T0" fmla="*/ 689 w 716"/>
              <a:gd name="T1" fmla="*/ 324 h 658"/>
              <a:gd name="T2" fmla="*/ 453 w 716"/>
              <a:gd name="T3" fmla="*/ 324 h 658"/>
              <a:gd name="T4" fmla="*/ 453 w 716"/>
              <a:gd name="T5" fmla="*/ 419 h 658"/>
              <a:gd name="T6" fmla="*/ 406 w 716"/>
              <a:gd name="T7" fmla="*/ 467 h 658"/>
              <a:gd name="T8" fmla="*/ 310 w 716"/>
              <a:gd name="T9" fmla="*/ 467 h 658"/>
              <a:gd name="T10" fmla="*/ 263 w 716"/>
              <a:gd name="T11" fmla="*/ 419 h 658"/>
              <a:gd name="T12" fmla="*/ 263 w 716"/>
              <a:gd name="T13" fmla="*/ 324 h 658"/>
              <a:gd name="T14" fmla="*/ 27 w 716"/>
              <a:gd name="T15" fmla="*/ 324 h 658"/>
              <a:gd name="T16" fmla="*/ 27 w 716"/>
              <a:gd name="T17" fmla="*/ 326 h 658"/>
              <a:gd name="T18" fmla="*/ 27 w 716"/>
              <a:gd name="T19" fmla="*/ 611 h 658"/>
              <a:gd name="T20" fmla="*/ 75 w 716"/>
              <a:gd name="T21" fmla="*/ 658 h 658"/>
              <a:gd name="T22" fmla="*/ 641 w 716"/>
              <a:gd name="T23" fmla="*/ 658 h 658"/>
              <a:gd name="T24" fmla="*/ 689 w 716"/>
              <a:gd name="T25" fmla="*/ 611 h 658"/>
              <a:gd name="T26" fmla="*/ 689 w 716"/>
              <a:gd name="T27" fmla="*/ 326 h 658"/>
              <a:gd name="T28" fmla="*/ 689 w 716"/>
              <a:gd name="T29" fmla="*/ 324 h 658"/>
              <a:gd name="T30" fmla="*/ 669 w 716"/>
              <a:gd name="T31" fmla="*/ 100 h 658"/>
              <a:gd name="T32" fmla="*/ 466 w 716"/>
              <a:gd name="T33" fmla="*/ 100 h 658"/>
              <a:gd name="T34" fmla="*/ 466 w 716"/>
              <a:gd name="T35" fmla="*/ 48 h 658"/>
              <a:gd name="T36" fmla="*/ 418 w 716"/>
              <a:gd name="T37" fmla="*/ 0 h 658"/>
              <a:gd name="T38" fmla="*/ 298 w 716"/>
              <a:gd name="T39" fmla="*/ 0 h 658"/>
              <a:gd name="T40" fmla="*/ 250 w 716"/>
              <a:gd name="T41" fmla="*/ 48 h 658"/>
              <a:gd name="T42" fmla="*/ 250 w 716"/>
              <a:gd name="T43" fmla="*/ 100 h 658"/>
              <a:gd name="T44" fmla="*/ 47 w 716"/>
              <a:gd name="T45" fmla="*/ 100 h 658"/>
              <a:gd name="T46" fmla="*/ 0 w 716"/>
              <a:gd name="T47" fmla="*/ 147 h 658"/>
              <a:gd name="T48" fmla="*/ 0 w 716"/>
              <a:gd name="T49" fmla="*/ 282 h 658"/>
              <a:gd name="T50" fmla="*/ 716 w 716"/>
              <a:gd name="T51" fmla="*/ 282 h 658"/>
              <a:gd name="T52" fmla="*/ 716 w 716"/>
              <a:gd name="T53" fmla="*/ 147 h 658"/>
              <a:gd name="T54" fmla="*/ 669 w 716"/>
              <a:gd name="T55" fmla="*/ 100 h 658"/>
              <a:gd name="T56" fmla="*/ 284 w 716"/>
              <a:gd name="T57" fmla="*/ 66 h 658"/>
              <a:gd name="T58" fmla="*/ 317 w 716"/>
              <a:gd name="T59" fmla="*/ 34 h 658"/>
              <a:gd name="T60" fmla="*/ 399 w 716"/>
              <a:gd name="T61" fmla="*/ 34 h 658"/>
              <a:gd name="T62" fmla="*/ 432 w 716"/>
              <a:gd name="T63" fmla="*/ 66 h 658"/>
              <a:gd name="T64" fmla="*/ 432 w 716"/>
              <a:gd name="T65" fmla="*/ 100 h 658"/>
              <a:gd name="T66" fmla="*/ 284 w 716"/>
              <a:gd name="T67" fmla="*/ 100 h 658"/>
              <a:gd name="T68" fmla="*/ 284 w 716"/>
              <a:gd name="T69" fmla="*/ 66 h 658"/>
              <a:gd name="T70" fmla="*/ 393 w 716"/>
              <a:gd name="T71" fmla="*/ 302 h 658"/>
              <a:gd name="T72" fmla="*/ 323 w 716"/>
              <a:gd name="T73" fmla="*/ 302 h 658"/>
              <a:gd name="T74" fmla="*/ 288 w 716"/>
              <a:gd name="T75" fmla="*/ 337 h 658"/>
              <a:gd name="T76" fmla="*/ 288 w 716"/>
              <a:gd name="T77" fmla="*/ 407 h 658"/>
              <a:gd name="T78" fmla="*/ 323 w 716"/>
              <a:gd name="T79" fmla="*/ 442 h 658"/>
              <a:gd name="T80" fmla="*/ 393 w 716"/>
              <a:gd name="T81" fmla="*/ 442 h 658"/>
              <a:gd name="T82" fmla="*/ 428 w 716"/>
              <a:gd name="T83" fmla="*/ 407 h 658"/>
              <a:gd name="T84" fmla="*/ 428 w 716"/>
              <a:gd name="T85" fmla="*/ 337 h 658"/>
              <a:gd name="T86" fmla="*/ 393 w 716"/>
              <a:gd name="T87" fmla="*/ 302 h 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716" h="658">
                <a:moveTo>
                  <a:pt x="689" y="324"/>
                </a:moveTo>
                <a:cubicBezTo>
                  <a:pt x="453" y="324"/>
                  <a:pt x="453" y="324"/>
                  <a:pt x="453" y="324"/>
                </a:cubicBezTo>
                <a:cubicBezTo>
                  <a:pt x="453" y="419"/>
                  <a:pt x="453" y="419"/>
                  <a:pt x="453" y="419"/>
                </a:cubicBezTo>
                <a:cubicBezTo>
                  <a:pt x="453" y="445"/>
                  <a:pt x="432" y="467"/>
                  <a:pt x="406" y="467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284" y="467"/>
                  <a:pt x="263" y="445"/>
                  <a:pt x="263" y="419"/>
                </a:cubicBezTo>
                <a:cubicBezTo>
                  <a:pt x="263" y="324"/>
                  <a:pt x="263" y="324"/>
                  <a:pt x="263" y="324"/>
                </a:cubicBezTo>
                <a:cubicBezTo>
                  <a:pt x="27" y="324"/>
                  <a:pt x="27" y="324"/>
                  <a:pt x="27" y="324"/>
                </a:cubicBezTo>
                <a:cubicBezTo>
                  <a:pt x="27" y="325"/>
                  <a:pt x="27" y="325"/>
                  <a:pt x="27" y="326"/>
                </a:cubicBezTo>
                <a:cubicBezTo>
                  <a:pt x="27" y="611"/>
                  <a:pt x="27" y="611"/>
                  <a:pt x="27" y="611"/>
                </a:cubicBezTo>
                <a:cubicBezTo>
                  <a:pt x="27" y="637"/>
                  <a:pt x="49" y="658"/>
                  <a:pt x="75" y="658"/>
                </a:cubicBezTo>
                <a:cubicBezTo>
                  <a:pt x="641" y="658"/>
                  <a:pt x="641" y="658"/>
                  <a:pt x="641" y="658"/>
                </a:cubicBezTo>
                <a:cubicBezTo>
                  <a:pt x="667" y="658"/>
                  <a:pt x="689" y="637"/>
                  <a:pt x="689" y="611"/>
                </a:cubicBezTo>
                <a:cubicBezTo>
                  <a:pt x="689" y="326"/>
                  <a:pt x="689" y="326"/>
                  <a:pt x="689" y="326"/>
                </a:cubicBezTo>
                <a:cubicBezTo>
                  <a:pt x="689" y="325"/>
                  <a:pt x="689" y="325"/>
                  <a:pt x="689" y="324"/>
                </a:cubicBezTo>
                <a:close/>
                <a:moveTo>
                  <a:pt x="669" y="100"/>
                </a:moveTo>
                <a:cubicBezTo>
                  <a:pt x="466" y="100"/>
                  <a:pt x="466" y="100"/>
                  <a:pt x="466" y="100"/>
                </a:cubicBezTo>
                <a:cubicBezTo>
                  <a:pt x="466" y="48"/>
                  <a:pt x="466" y="48"/>
                  <a:pt x="466" y="48"/>
                </a:cubicBezTo>
                <a:cubicBezTo>
                  <a:pt x="466" y="21"/>
                  <a:pt x="444" y="0"/>
                  <a:pt x="418" y="0"/>
                </a:cubicBezTo>
                <a:cubicBezTo>
                  <a:pt x="298" y="0"/>
                  <a:pt x="298" y="0"/>
                  <a:pt x="298" y="0"/>
                </a:cubicBezTo>
                <a:cubicBezTo>
                  <a:pt x="272" y="0"/>
                  <a:pt x="250" y="21"/>
                  <a:pt x="250" y="48"/>
                </a:cubicBezTo>
                <a:cubicBezTo>
                  <a:pt x="250" y="100"/>
                  <a:pt x="250" y="100"/>
                  <a:pt x="250" y="100"/>
                </a:cubicBezTo>
                <a:cubicBezTo>
                  <a:pt x="47" y="100"/>
                  <a:pt x="47" y="100"/>
                  <a:pt x="47" y="100"/>
                </a:cubicBezTo>
                <a:cubicBezTo>
                  <a:pt x="21" y="100"/>
                  <a:pt x="0" y="121"/>
                  <a:pt x="0" y="147"/>
                </a:cubicBezTo>
                <a:cubicBezTo>
                  <a:pt x="0" y="282"/>
                  <a:pt x="0" y="282"/>
                  <a:pt x="0" y="282"/>
                </a:cubicBezTo>
                <a:cubicBezTo>
                  <a:pt x="716" y="282"/>
                  <a:pt x="716" y="282"/>
                  <a:pt x="716" y="282"/>
                </a:cubicBezTo>
                <a:cubicBezTo>
                  <a:pt x="716" y="147"/>
                  <a:pt x="716" y="147"/>
                  <a:pt x="716" y="147"/>
                </a:cubicBezTo>
                <a:cubicBezTo>
                  <a:pt x="716" y="121"/>
                  <a:pt x="695" y="100"/>
                  <a:pt x="669" y="100"/>
                </a:cubicBezTo>
                <a:close/>
                <a:moveTo>
                  <a:pt x="284" y="66"/>
                </a:moveTo>
                <a:cubicBezTo>
                  <a:pt x="284" y="48"/>
                  <a:pt x="299" y="34"/>
                  <a:pt x="317" y="34"/>
                </a:cubicBezTo>
                <a:cubicBezTo>
                  <a:pt x="399" y="34"/>
                  <a:pt x="399" y="34"/>
                  <a:pt x="399" y="34"/>
                </a:cubicBezTo>
                <a:cubicBezTo>
                  <a:pt x="417" y="34"/>
                  <a:pt x="432" y="48"/>
                  <a:pt x="432" y="66"/>
                </a:cubicBezTo>
                <a:cubicBezTo>
                  <a:pt x="432" y="100"/>
                  <a:pt x="432" y="100"/>
                  <a:pt x="432" y="100"/>
                </a:cubicBezTo>
                <a:cubicBezTo>
                  <a:pt x="284" y="100"/>
                  <a:pt x="284" y="100"/>
                  <a:pt x="284" y="100"/>
                </a:cubicBezTo>
                <a:lnTo>
                  <a:pt x="284" y="66"/>
                </a:lnTo>
                <a:close/>
                <a:moveTo>
                  <a:pt x="393" y="302"/>
                </a:moveTo>
                <a:cubicBezTo>
                  <a:pt x="323" y="302"/>
                  <a:pt x="323" y="302"/>
                  <a:pt x="323" y="302"/>
                </a:cubicBezTo>
                <a:cubicBezTo>
                  <a:pt x="304" y="302"/>
                  <a:pt x="288" y="317"/>
                  <a:pt x="288" y="337"/>
                </a:cubicBezTo>
                <a:cubicBezTo>
                  <a:pt x="288" y="407"/>
                  <a:pt x="288" y="407"/>
                  <a:pt x="288" y="407"/>
                </a:cubicBezTo>
                <a:cubicBezTo>
                  <a:pt x="288" y="426"/>
                  <a:pt x="304" y="442"/>
                  <a:pt x="323" y="442"/>
                </a:cubicBezTo>
                <a:cubicBezTo>
                  <a:pt x="393" y="442"/>
                  <a:pt x="393" y="442"/>
                  <a:pt x="393" y="442"/>
                </a:cubicBezTo>
                <a:cubicBezTo>
                  <a:pt x="412" y="442"/>
                  <a:pt x="428" y="426"/>
                  <a:pt x="428" y="407"/>
                </a:cubicBezTo>
                <a:cubicBezTo>
                  <a:pt x="428" y="337"/>
                  <a:pt x="428" y="337"/>
                  <a:pt x="428" y="337"/>
                </a:cubicBezTo>
                <a:cubicBezTo>
                  <a:pt x="428" y="317"/>
                  <a:pt x="412" y="302"/>
                  <a:pt x="393" y="3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531628" y="0"/>
            <a:ext cx="12445" cy="514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382771" y="430268"/>
            <a:ext cx="318977" cy="318977"/>
          </a:xfrm>
          <a:prstGeom prst="ellipse">
            <a:avLst/>
          </a:prstGeom>
          <a:solidFill>
            <a:srgbClr val="E6A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84584" y="2892055"/>
            <a:ext cx="318977" cy="318977"/>
          </a:xfrm>
          <a:prstGeom prst="ellipse">
            <a:avLst/>
          </a:prstGeom>
          <a:solidFill>
            <a:srgbClr val="E6A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7153" y="1355586"/>
            <a:ext cx="260794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  <a:latin typeface="+mj-ea"/>
                <a:ea typeface="+mj-ea"/>
              </a:rPr>
              <a:t>《</a:t>
            </a:r>
            <a:r>
              <a:rPr lang="en-US" sz="1400" b="1">
                <a:solidFill>
                  <a:schemeClr val="accent1"/>
                </a:solidFill>
                <a:latin typeface="+mj-ea"/>
                <a:ea typeface="+mj-ea"/>
              </a:rPr>
              <a:t>xxxx</a:t>
            </a:r>
            <a:r>
              <a:rPr lang="zh-CN" altLang="en-US" sz="1400" b="1">
                <a:solidFill>
                  <a:schemeClr val="accent1"/>
                </a:solidFill>
                <a:latin typeface="+mj-ea"/>
                <a:ea typeface="+mj-ea"/>
              </a:rPr>
              <a:t>的实证研究</a:t>
            </a:r>
            <a:r>
              <a:rPr lang="en-US" altLang="zh-CN" sz="1400" b="1">
                <a:solidFill>
                  <a:schemeClr val="accent1"/>
                </a:solidFill>
                <a:latin typeface="+mj-ea"/>
                <a:ea typeface="+mj-ea"/>
              </a:rPr>
              <a:t>》 </a:t>
            </a:r>
            <a:r>
              <a:rPr lang="zh-CN" altLang="en-US" sz="1400" b="1">
                <a:solidFill>
                  <a:schemeClr val="accent1"/>
                </a:solidFill>
                <a:latin typeface="+mj-ea"/>
                <a:ea typeface="+mj-ea"/>
              </a:rPr>
              <a:t>第一作者</a:t>
            </a:r>
            <a:endParaRPr lang="zh-CN" altLang="en-US" sz="1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7153" y="1753158"/>
            <a:ext cx="7691665" cy="775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根据我国银行类型，选取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17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家商业银行，研究市场结构与市场绩效的关系，推动银行业的进一步发展。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选取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MS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CR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HHI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ROA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GDP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等指标，建立回归模型，发现银行竞争加大，监管当局应该加强风险监管。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12498" y="95098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>
                <a:solidFill>
                  <a:schemeClr val="accent1"/>
                </a:solidFill>
                <a:latin typeface="+mj-ea"/>
                <a:ea typeface="+mj-ea"/>
              </a:rPr>
              <a:t>国家级期刊</a:t>
            </a:r>
            <a:endParaRPr lang="en-US" altLang="zh-CN" sz="180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860277" y="2871478"/>
            <a:ext cx="7506907" cy="20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887153" y="3458009"/>
            <a:ext cx="225361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  <a:latin typeface="+mj-ea"/>
                <a:ea typeface="+mj-ea"/>
              </a:rPr>
              <a:t>《xxx</a:t>
            </a:r>
            <a:r>
              <a:rPr lang="zh-CN" altLang="en-US" sz="1400" b="1">
                <a:solidFill>
                  <a:schemeClr val="accent1"/>
                </a:solidFill>
                <a:latin typeface="+mj-ea"/>
                <a:ea typeface="+mj-ea"/>
              </a:rPr>
              <a:t>的研究</a:t>
            </a:r>
            <a:r>
              <a:rPr lang="en-US" altLang="zh-CN" sz="1400" b="1">
                <a:solidFill>
                  <a:schemeClr val="accent1"/>
                </a:solidFill>
                <a:latin typeface="+mj-ea"/>
                <a:ea typeface="+mj-ea"/>
              </a:rPr>
              <a:t>》   </a:t>
            </a:r>
            <a:r>
              <a:rPr lang="zh-CN" altLang="en-US" sz="1400" b="1">
                <a:solidFill>
                  <a:schemeClr val="accent1"/>
                </a:solidFill>
                <a:latin typeface="+mj-ea"/>
                <a:ea typeface="+mj-ea"/>
              </a:rPr>
              <a:t>第一作者</a:t>
            </a:r>
            <a:endParaRPr lang="zh-CN" altLang="en-US" sz="1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47583" y="3872948"/>
            <a:ext cx="7664789" cy="775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在现行经济下，研究企业生产率与对外直接投资和出口的关系，提出相应政策建议，促进企业和经济的发展。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计算行业的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ATEP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，建立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ATEP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与对外直接投资的回归模型，企业应该提升生产率水平，提高科技创新能力。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12498" y="308528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>
                <a:solidFill>
                  <a:schemeClr val="accent1"/>
                </a:solidFill>
                <a:latin typeface="+mj-ea"/>
                <a:ea typeface="+mj-ea"/>
              </a:rPr>
              <a:t>国家级期刊</a:t>
            </a:r>
            <a:endParaRPr lang="en-US" altLang="zh-CN" sz="180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 flipH="1">
            <a:off x="531628" y="0"/>
            <a:ext cx="12445" cy="514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382771" y="430268"/>
            <a:ext cx="318977" cy="318977"/>
          </a:xfrm>
          <a:prstGeom prst="ellipse">
            <a:avLst/>
          </a:prstGeom>
          <a:solidFill>
            <a:srgbClr val="E6A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1465962" y="40833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3130">
              <a:defRPr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rPr>
              <a:t>实践情况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14" name="Freeform 17"/>
          <p:cNvSpPr>
            <a:spLocks noEditPoints="1"/>
          </p:cNvSpPr>
          <p:nvPr/>
        </p:nvSpPr>
        <p:spPr bwMode="auto">
          <a:xfrm>
            <a:off x="945145" y="391289"/>
            <a:ext cx="474750" cy="439875"/>
          </a:xfrm>
          <a:custGeom>
            <a:avLst/>
            <a:gdLst>
              <a:gd name="T0" fmla="*/ 716 w 779"/>
              <a:gd name="T1" fmla="*/ 438 h 722"/>
              <a:gd name="T2" fmla="*/ 741 w 779"/>
              <a:gd name="T3" fmla="*/ 425 h 722"/>
              <a:gd name="T4" fmla="*/ 61 w 779"/>
              <a:gd name="T5" fmla="*/ 663 h 722"/>
              <a:gd name="T6" fmla="*/ 88 w 779"/>
              <a:gd name="T7" fmla="*/ 646 h 722"/>
              <a:gd name="T8" fmla="*/ 756 w 779"/>
              <a:gd name="T9" fmla="*/ 133 h 722"/>
              <a:gd name="T10" fmla="*/ 592 w 779"/>
              <a:gd name="T11" fmla="*/ 6 h 722"/>
              <a:gd name="T12" fmla="*/ 571 w 779"/>
              <a:gd name="T13" fmla="*/ 70 h 722"/>
              <a:gd name="T14" fmla="*/ 608 w 779"/>
              <a:gd name="T15" fmla="*/ 64 h 722"/>
              <a:gd name="T16" fmla="*/ 672 w 779"/>
              <a:gd name="T17" fmla="*/ 133 h 722"/>
              <a:gd name="T18" fmla="*/ 634 w 779"/>
              <a:gd name="T19" fmla="*/ 186 h 722"/>
              <a:gd name="T20" fmla="*/ 460 w 779"/>
              <a:gd name="T21" fmla="*/ 270 h 722"/>
              <a:gd name="T22" fmla="*/ 425 w 779"/>
              <a:gd name="T23" fmla="*/ 210 h 722"/>
              <a:gd name="T24" fmla="*/ 449 w 779"/>
              <a:gd name="T25" fmla="*/ 191 h 722"/>
              <a:gd name="T26" fmla="*/ 444 w 779"/>
              <a:gd name="T27" fmla="*/ 107 h 722"/>
              <a:gd name="T28" fmla="*/ 398 w 779"/>
              <a:gd name="T29" fmla="*/ 71 h 722"/>
              <a:gd name="T30" fmla="*/ 324 w 779"/>
              <a:gd name="T31" fmla="*/ 152 h 722"/>
              <a:gd name="T32" fmla="*/ 340 w 779"/>
              <a:gd name="T33" fmla="*/ 194 h 722"/>
              <a:gd name="T34" fmla="*/ 347 w 779"/>
              <a:gd name="T35" fmla="*/ 235 h 722"/>
              <a:gd name="T36" fmla="*/ 197 w 779"/>
              <a:gd name="T37" fmla="*/ 221 h 722"/>
              <a:gd name="T38" fmla="*/ 86 w 779"/>
              <a:gd name="T39" fmla="*/ 173 h 722"/>
              <a:gd name="T40" fmla="*/ 123 w 779"/>
              <a:gd name="T41" fmla="*/ 62 h 722"/>
              <a:gd name="T42" fmla="*/ 186 w 779"/>
              <a:gd name="T43" fmla="*/ 57 h 722"/>
              <a:gd name="T44" fmla="*/ 229 w 779"/>
              <a:gd name="T45" fmla="*/ 30 h 722"/>
              <a:gd name="T46" fmla="*/ 128 w 779"/>
              <a:gd name="T47" fmla="*/ 9 h 722"/>
              <a:gd name="T48" fmla="*/ 1 w 779"/>
              <a:gd name="T49" fmla="*/ 189 h 722"/>
              <a:gd name="T50" fmla="*/ 123 w 779"/>
              <a:gd name="T51" fmla="*/ 316 h 722"/>
              <a:gd name="T52" fmla="*/ 202 w 779"/>
              <a:gd name="T53" fmla="*/ 422 h 722"/>
              <a:gd name="T54" fmla="*/ 287 w 779"/>
              <a:gd name="T55" fmla="*/ 602 h 722"/>
              <a:gd name="T56" fmla="*/ 398 w 779"/>
              <a:gd name="T57" fmla="*/ 564 h 722"/>
              <a:gd name="T58" fmla="*/ 508 w 779"/>
              <a:gd name="T59" fmla="*/ 498 h 722"/>
              <a:gd name="T60" fmla="*/ 608 w 779"/>
              <a:gd name="T61" fmla="*/ 350 h 722"/>
              <a:gd name="T62" fmla="*/ 735 w 779"/>
              <a:gd name="T63" fmla="*/ 265 h 722"/>
              <a:gd name="T64" fmla="*/ 756 w 779"/>
              <a:gd name="T65" fmla="*/ 133 h 722"/>
              <a:gd name="T66" fmla="*/ 626 w 779"/>
              <a:gd name="T67" fmla="*/ 568 h 722"/>
              <a:gd name="T68" fmla="*/ 747 w 779"/>
              <a:gd name="T69" fmla="*/ 511 h 722"/>
              <a:gd name="T70" fmla="*/ 97 w 779"/>
              <a:gd name="T71" fmla="*/ 703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79" h="722">
                <a:moveTo>
                  <a:pt x="255" y="639"/>
                </a:moveTo>
                <a:cubicBezTo>
                  <a:pt x="519" y="554"/>
                  <a:pt x="715" y="468"/>
                  <a:pt x="716" y="438"/>
                </a:cubicBezTo>
                <a:cubicBezTo>
                  <a:pt x="717" y="414"/>
                  <a:pt x="544" y="447"/>
                  <a:pt x="573" y="439"/>
                </a:cubicBezTo>
                <a:cubicBezTo>
                  <a:pt x="663" y="413"/>
                  <a:pt x="730" y="402"/>
                  <a:pt x="741" y="425"/>
                </a:cubicBezTo>
                <a:cubicBezTo>
                  <a:pt x="760" y="464"/>
                  <a:pt x="626" y="548"/>
                  <a:pt x="441" y="612"/>
                </a:cubicBezTo>
                <a:cubicBezTo>
                  <a:pt x="256" y="676"/>
                  <a:pt x="80" y="702"/>
                  <a:pt x="61" y="663"/>
                </a:cubicBezTo>
                <a:cubicBezTo>
                  <a:pt x="47" y="635"/>
                  <a:pt x="140" y="582"/>
                  <a:pt x="239" y="544"/>
                </a:cubicBezTo>
                <a:cubicBezTo>
                  <a:pt x="258" y="537"/>
                  <a:pt x="87" y="628"/>
                  <a:pt x="88" y="646"/>
                </a:cubicBezTo>
                <a:cubicBezTo>
                  <a:pt x="91" y="672"/>
                  <a:pt x="226" y="648"/>
                  <a:pt x="255" y="639"/>
                </a:cubicBezTo>
                <a:close/>
                <a:moveTo>
                  <a:pt x="756" y="133"/>
                </a:moveTo>
                <a:cubicBezTo>
                  <a:pt x="723" y="51"/>
                  <a:pt x="650" y="11"/>
                  <a:pt x="650" y="11"/>
                </a:cubicBezTo>
                <a:cubicBezTo>
                  <a:pt x="650" y="11"/>
                  <a:pt x="619" y="3"/>
                  <a:pt x="592" y="6"/>
                </a:cubicBezTo>
                <a:cubicBezTo>
                  <a:pt x="571" y="9"/>
                  <a:pt x="562" y="22"/>
                  <a:pt x="550" y="33"/>
                </a:cubicBezTo>
                <a:cubicBezTo>
                  <a:pt x="546" y="36"/>
                  <a:pt x="553" y="65"/>
                  <a:pt x="571" y="70"/>
                </a:cubicBezTo>
                <a:cubicBezTo>
                  <a:pt x="580" y="72"/>
                  <a:pt x="587" y="59"/>
                  <a:pt x="592" y="59"/>
                </a:cubicBezTo>
                <a:cubicBezTo>
                  <a:pt x="599" y="60"/>
                  <a:pt x="604" y="68"/>
                  <a:pt x="608" y="64"/>
                </a:cubicBezTo>
                <a:cubicBezTo>
                  <a:pt x="632" y="41"/>
                  <a:pt x="634" y="43"/>
                  <a:pt x="656" y="64"/>
                </a:cubicBezTo>
                <a:cubicBezTo>
                  <a:pt x="668" y="76"/>
                  <a:pt x="667" y="112"/>
                  <a:pt x="672" y="133"/>
                </a:cubicBezTo>
                <a:cubicBezTo>
                  <a:pt x="676" y="154"/>
                  <a:pt x="691" y="169"/>
                  <a:pt x="693" y="175"/>
                </a:cubicBezTo>
                <a:cubicBezTo>
                  <a:pt x="697" y="199"/>
                  <a:pt x="663" y="178"/>
                  <a:pt x="634" y="186"/>
                </a:cubicBezTo>
                <a:cubicBezTo>
                  <a:pt x="613" y="191"/>
                  <a:pt x="600" y="224"/>
                  <a:pt x="582" y="223"/>
                </a:cubicBezTo>
                <a:cubicBezTo>
                  <a:pt x="519" y="219"/>
                  <a:pt x="501" y="298"/>
                  <a:pt x="460" y="270"/>
                </a:cubicBezTo>
                <a:cubicBezTo>
                  <a:pt x="452" y="265"/>
                  <a:pt x="430" y="247"/>
                  <a:pt x="427" y="229"/>
                </a:cubicBezTo>
                <a:cubicBezTo>
                  <a:pt x="427" y="226"/>
                  <a:pt x="425" y="213"/>
                  <a:pt x="425" y="210"/>
                </a:cubicBezTo>
                <a:cubicBezTo>
                  <a:pt x="425" y="203"/>
                  <a:pt x="439" y="196"/>
                  <a:pt x="439" y="196"/>
                </a:cubicBezTo>
                <a:cubicBezTo>
                  <a:pt x="439" y="196"/>
                  <a:pt x="445" y="201"/>
                  <a:pt x="449" y="191"/>
                </a:cubicBezTo>
                <a:cubicBezTo>
                  <a:pt x="454" y="181"/>
                  <a:pt x="459" y="158"/>
                  <a:pt x="452" y="151"/>
                </a:cubicBezTo>
                <a:cubicBezTo>
                  <a:pt x="432" y="130"/>
                  <a:pt x="447" y="125"/>
                  <a:pt x="444" y="107"/>
                </a:cubicBezTo>
                <a:cubicBezTo>
                  <a:pt x="443" y="102"/>
                  <a:pt x="440" y="94"/>
                  <a:pt x="434" y="87"/>
                </a:cubicBezTo>
                <a:cubicBezTo>
                  <a:pt x="423" y="76"/>
                  <a:pt x="410" y="72"/>
                  <a:pt x="398" y="71"/>
                </a:cubicBezTo>
                <a:cubicBezTo>
                  <a:pt x="386" y="69"/>
                  <a:pt x="357" y="66"/>
                  <a:pt x="340" y="83"/>
                </a:cubicBezTo>
                <a:cubicBezTo>
                  <a:pt x="312" y="112"/>
                  <a:pt x="350" y="125"/>
                  <a:pt x="324" y="152"/>
                </a:cubicBezTo>
                <a:cubicBezTo>
                  <a:pt x="318" y="163"/>
                  <a:pt x="324" y="179"/>
                  <a:pt x="329" y="189"/>
                </a:cubicBezTo>
                <a:cubicBezTo>
                  <a:pt x="334" y="199"/>
                  <a:pt x="340" y="194"/>
                  <a:pt x="340" y="194"/>
                </a:cubicBezTo>
                <a:cubicBezTo>
                  <a:pt x="340" y="194"/>
                  <a:pt x="347" y="203"/>
                  <a:pt x="347" y="213"/>
                </a:cubicBezTo>
                <a:cubicBezTo>
                  <a:pt x="347" y="218"/>
                  <a:pt x="347" y="232"/>
                  <a:pt x="347" y="235"/>
                </a:cubicBezTo>
                <a:cubicBezTo>
                  <a:pt x="344" y="257"/>
                  <a:pt x="327" y="263"/>
                  <a:pt x="319" y="269"/>
                </a:cubicBezTo>
                <a:cubicBezTo>
                  <a:pt x="277" y="296"/>
                  <a:pt x="260" y="217"/>
                  <a:pt x="197" y="221"/>
                </a:cubicBezTo>
                <a:cubicBezTo>
                  <a:pt x="179" y="222"/>
                  <a:pt x="166" y="189"/>
                  <a:pt x="144" y="184"/>
                </a:cubicBezTo>
                <a:cubicBezTo>
                  <a:pt x="115" y="176"/>
                  <a:pt x="81" y="197"/>
                  <a:pt x="86" y="173"/>
                </a:cubicBezTo>
                <a:cubicBezTo>
                  <a:pt x="87" y="167"/>
                  <a:pt x="102" y="152"/>
                  <a:pt x="107" y="131"/>
                </a:cubicBezTo>
                <a:cubicBezTo>
                  <a:pt x="112" y="110"/>
                  <a:pt x="111" y="74"/>
                  <a:pt x="123" y="62"/>
                </a:cubicBezTo>
                <a:cubicBezTo>
                  <a:pt x="145" y="41"/>
                  <a:pt x="146" y="39"/>
                  <a:pt x="171" y="62"/>
                </a:cubicBezTo>
                <a:cubicBezTo>
                  <a:pt x="175" y="66"/>
                  <a:pt x="180" y="57"/>
                  <a:pt x="186" y="57"/>
                </a:cubicBezTo>
                <a:cubicBezTo>
                  <a:pt x="192" y="56"/>
                  <a:pt x="199" y="70"/>
                  <a:pt x="208" y="67"/>
                </a:cubicBezTo>
                <a:cubicBezTo>
                  <a:pt x="225" y="63"/>
                  <a:pt x="233" y="34"/>
                  <a:pt x="229" y="30"/>
                </a:cubicBezTo>
                <a:cubicBezTo>
                  <a:pt x="217" y="20"/>
                  <a:pt x="207" y="7"/>
                  <a:pt x="186" y="4"/>
                </a:cubicBezTo>
                <a:cubicBezTo>
                  <a:pt x="160" y="0"/>
                  <a:pt x="128" y="9"/>
                  <a:pt x="128" y="9"/>
                </a:cubicBezTo>
                <a:cubicBezTo>
                  <a:pt x="128" y="9"/>
                  <a:pt x="55" y="49"/>
                  <a:pt x="22" y="131"/>
                </a:cubicBezTo>
                <a:cubicBezTo>
                  <a:pt x="10" y="160"/>
                  <a:pt x="0" y="173"/>
                  <a:pt x="1" y="189"/>
                </a:cubicBezTo>
                <a:cubicBezTo>
                  <a:pt x="3" y="210"/>
                  <a:pt x="23" y="231"/>
                  <a:pt x="44" y="263"/>
                </a:cubicBezTo>
                <a:cubicBezTo>
                  <a:pt x="76" y="313"/>
                  <a:pt x="123" y="316"/>
                  <a:pt x="123" y="316"/>
                </a:cubicBezTo>
                <a:cubicBezTo>
                  <a:pt x="123" y="316"/>
                  <a:pt x="154" y="321"/>
                  <a:pt x="171" y="348"/>
                </a:cubicBezTo>
                <a:cubicBezTo>
                  <a:pt x="179" y="362"/>
                  <a:pt x="182" y="391"/>
                  <a:pt x="202" y="422"/>
                </a:cubicBezTo>
                <a:cubicBezTo>
                  <a:pt x="221" y="449"/>
                  <a:pt x="261" y="468"/>
                  <a:pt x="271" y="496"/>
                </a:cubicBezTo>
                <a:cubicBezTo>
                  <a:pt x="290" y="545"/>
                  <a:pt x="287" y="602"/>
                  <a:pt x="287" y="602"/>
                </a:cubicBezTo>
                <a:cubicBezTo>
                  <a:pt x="398" y="565"/>
                  <a:pt x="398" y="565"/>
                  <a:pt x="398" y="565"/>
                </a:cubicBezTo>
                <a:cubicBezTo>
                  <a:pt x="398" y="564"/>
                  <a:pt x="398" y="564"/>
                  <a:pt x="398" y="564"/>
                </a:cubicBezTo>
                <a:cubicBezTo>
                  <a:pt x="492" y="535"/>
                  <a:pt x="492" y="535"/>
                  <a:pt x="492" y="535"/>
                </a:cubicBezTo>
                <a:cubicBezTo>
                  <a:pt x="492" y="535"/>
                  <a:pt x="489" y="547"/>
                  <a:pt x="508" y="498"/>
                </a:cubicBezTo>
                <a:cubicBezTo>
                  <a:pt x="518" y="470"/>
                  <a:pt x="558" y="451"/>
                  <a:pt x="576" y="424"/>
                </a:cubicBezTo>
                <a:cubicBezTo>
                  <a:pt x="597" y="393"/>
                  <a:pt x="599" y="364"/>
                  <a:pt x="608" y="350"/>
                </a:cubicBezTo>
                <a:cubicBezTo>
                  <a:pt x="625" y="322"/>
                  <a:pt x="656" y="318"/>
                  <a:pt x="656" y="318"/>
                </a:cubicBezTo>
                <a:cubicBezTo>
                  <a:pt x="656" y="318"/>
                  <a:pt x="703" y="315"/>
                  <a:pt x="735" y="265"/>
                </a:cubicBezTo>
                <a:cubicBezTo>
                  <a:pt x="756" y="233"/>
                  <a:pt x="775" y="212"/>
                  <a:pt x="777" y="191"/>
                </a:cubicBezTo>
                <a:cubicBezTo>
                  <a:pt x="779" y="176"/>
                  <a:pt x="768" y="163"/>
                  <a:pt x="756" y="133"/>
                </a:cubicBezTo>
                <a:close/>
                <a:moveTo>
                  <a:pt x="396" y="661"/>
                </a:moveTo>
                <a:cubicBezTo>
                  <a:pt x="469" y="641"/>
                  <a:pt x="550" y="615"/>
                  <a:pt x="626" y="568"/>
                </a:cubicBezTo>
                <a:cubicBezTo>
                  <a:pt x="711" y="523"/>
                  <a:pt x="766" y="470"/>
                  <a:pt x="759" y="471"/>
                </a:cubicBezTo>
                <a:cubicBezTo>
                  <a:pt x="759" y="471"/>
                  <a:pt x="767" y="491"/>
                  <a:pt x="747" y="511"/>
                </a:cubicBezTo>
                <a:cubicBezTo>
                  <a:pt x="704" y="555"/>
                  <a:pt x="575" y="628"/>
                  <a:pt x="449" y="662"/>
                </a:cubicBezTo>
                <a:cubicBezTo>
                  <a:pt x="226" y="722"/>
                  <a:pt x="97" y="703"/>
                  <a:pt x="97" y="703"/>
                </a:cubicBezTo>
                <a:cubicBezTo>
                  <a:pt x="97" y="703"/>
                  <a:pt x="227" y="708"/>
                  <a:pt x="396" y="66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65704" y="1298824"/>
            <a:ext cx="7295466" cy="2353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>
                <a:latin typeface="+mj-ea"/>
                <a:ea typeface="+mj-ea"/>
              </a:rPr>
              <a:t>      2017.09-2018.09               xxx</a:t>
            </a:r>
            <a:r>
              <a:rPr lang="zh-CN" altLang="en-US" sz="1400" b="1">
                <a:latin typeface="+mj-ea"/>
                <a:ea typeface="+mj-ea"/>
              </a:rPr>
              <a:t>大学</a:t>
            </a:r>
            <a:r>
              <a:rPr lang="en-US" altLang="zh-CN" sz="1400" b="1">
                <a:latin typeface="+mj-ea"/>
                <a:ea typeface="+mj-ea"/>
              </a:rPr>
              <a:t>xx</a:t>
            </a:r>
            <a:r>
              <a:rPr lang="zh-CN" altLang="en-US" sz="1400" b="1">
                <a:latin typeface="+mj-ea"/>
                <a:ea typeface="+mj-ea"/>
              </a:rPr>
              <a:t>学院学生生联合会          干事</a:t>
            </a:r>
            <a:endParaRPr lang="zh-CN" altLang="en-US" sz="1400" b="1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latin typeface="+mj-ea"/>
                <a:ea typeface="+mj-ea"/>
              </a:rPr>
              <a:t>主要负责学院集体活动的组织策划、协议执行，提升了沟通协调和团队合作能力。</a:t>
            </a:r>
            <a:endParaRPr lang="zh-CN" altLang="en-US" sz="140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400" b="1">
                <a:latin typeface="+mj-ea"/>
                <a:ea typeface="+mj-ea"/>
              </a:rPr>
              <a:t>      2018.05-2020.06               xxx</a:t>
            </a:r>
            <a:r>
              <a:rPr lang="zh-CN" altLang="en-US" sz="1400" b="1">
                <a:latin typeface="+mj-ea"/>
                <a:ea typeface="+mj-ea"/>
              </a:rPr>
              <a:t>大学</a:t>
            </a:r>
            <a:r>
              <a:rPr lang="en-US" altLang="zh-CN" sz="1400" b="1">
                <a:latin typeface="+mj-ea"/>
                <a:ea typeface="+mj-ea"/>
              </a:rPr>
              <a:t>xxx</a:t>
            </a:r>
            <a:r>
              <a:rPr lang="zh-CN" altLang="en-US" sz="1400" b="1">
                <a:latin typeface="+mj-ea"/>
                <a:ea typeface="+mj-ea"/>
              </a:rPr>
              <a:t>学院                              辅导员助理</a:t>
            </a:r>
            <a:endParaRPr lang="zh-CN" altLang="en-US" sz="1400" b="1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latin typeface="+mj-ea"/>
                <a:ea typeface="+mj-ea"/>
              </a:rPr>
              <a:t>主要帮助辅导员处理</a:t>
            </a:r>
            <a:r>
              <a:rPr lang="en-US" altLang="zh-CN" sz="1400">
                <a:latin typeface="+mj-ea"/>
                <a:ea typeface="+mj-ea"/>
              </a:rPr>
              <a:t>xxx</a:t>
            </a:r>
            <a:r>
              <a:rPr lang="zh-CN" altLang="en-US" sz="1400">
                <a:latin typeface="+mj-ea"/>
                <a:ea typeface="+mj-ea"/>
              </a:rPr>
              <a:t>大学</a:t>
            </a:r>
            <a:r>
              <a:rPr lang="en-US" altLang="zh-CN" sz="1400">
                <a:latin typeface="+mj-ea"/>
                <a:ea typeface="+mj-ea"/>
              </a:rPr>
              <a:t>xx</a:t>
            </a:r>
            <a:r>
              <a:rPr lang="zh-CN" altLang="en-US" sz="1400">
                <a:latin typeface="+mj-ea"/>
                <a:ea typeface="+mj-ea"/>
              </a:rPr>
              <a:t>学院日常教学与管理事务，加强做事的条理性和逻辑性。</a:t>
            </a:r>
            <a:endParaRPr lang="en-US" altLang="zh-CN" sz="140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40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400" b="1">
                <a:latin typeface="+mj-ea"/>
                <a:ea typeface="+mj-ea"/>
              </a:rPr>
              <a:t>      2019.07             </a:t>
            </a:r>
            <a:r>
              <a:rPr lang="zh-CN" altLang="en-US" sz="1400" b="1">
                <a:latin typeface="+mj-ea"/>
                <a:ea typeface="+mj-ea"/>
              </a:rPr>
              <a:t>                </a:t>
            </a:r>
            <a:r>
              <a:rPr lang="en-US" altLang="zh-CN" sz="1400" b="1">
                <a:latin typeface="+mj-ea"/>
                <a:ea typeface="+mj-ea"/>
              </a:rPr>
              <a:t>xxx</a:t>
            </a:r>
            <a:r>
              <a:rPr lang="zh-CN" altLang="en-US" sz="1400" b="1">
                <a:latin typeface="+mj-ea"/>
                <a:ea typeface="+mj-ea"/>
              </a:rPr>
              <a:t>大学“</a:t>
            </a:r>
            <a:r>
              <a:rPr lang="en-US" altLang="zh-CN" sz="1400" b="1">
                <a:latin typeface="+mj-ea"/>
                <a:ea typeface="+mj-ea"/>
              </a:rPr>
              <a:t>xxx</a:t>
            </a:r>
            <a:r>
              <a:rPr lang="zh-CN" altLang="en-US" sz="1400" b="1">
                <a:latin typeface="+mj-ea"/>
                <a:ea typeface="+mj-ea"/>
              </a:rPr>
              <a:t>”游学项目</a:t>
            </a:r>
            <a:endParaRPr lang="zh-CN" altLang="en-US" sz="1400" b="1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latin typeface="+mj-ea"/>
                <a:ea typeface="+mj-ea"/>
              </a:rPr>
              <a:t>接触商科时代前沿，开拓国际视野，最终获得</a:t>
            </a:r>
            <a:r>
              <a:rPr lang="en-US" altLang="zh-CN" sz="1400">
                <a:latin typeface="+mj-ea"/>
                <a:ea typeface="+mj-ea"/>
              </a:rPr>
              <a:t>xxx</a:t>
            </a:r>
            <a:r>
              <a:rPr lang="zh-CN" altLang="en-US" sz="1400">
                <a:latin typeface="+mj-ea"/>
                <a:ea typeface="+mj-ea"/>
              </a:rPr>
              <a:t>大学的推荐信。</a:t>
            </a:r>
            <a:endParaRPr lang="en-US" altLang="zh-CN" sz="14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 flipH="1">
            <a:off x="531628" y="0"/>
            <a:ext cx="12445" cy="514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382771" y="430268"/>
            <a:ext cx="318977" cy="318977"/>
          </a:xfrm>
          <a:prstGeom prst="ellipse">
            <a:avLst/>
          </a:prstGeom>
          <a:solidFill>
            <a:srgbClr val="E6A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1478111" y="408460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3130">
              <a:defRPr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rPr>
              <a:t>荣誉奖励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79" name="Freeform 5"/>
          <p:cNvSpPr>
            <a:spLocks noEditPoints="1"/>
          </p:cNvSpPr>
          <p:nvPr/>
        </p:nvSpPr>
        <p:spPr bwMode="auto">
          <a:xfrm>
            <a:off x="945146" y="335675"/>
            <a:ext cx="532966" cy="470684"/>
          </a:xfrm>
          <a:custGeom>
            <a:avLst/>
            <a:gdLst>
              <a:gd name="T0" fmla="*/ 524 w 700"/>
              <a:gd name="T1" fmla="*/ 547 h 618"/>
              <a:gd name="T2" fmla="*/ 176 w 700"/>
              <a:gd name="T3" fmla="*/ 547 h 618"/>
              <a:gd name="T4" fmla="*/ 144 w 700"/>
              <a:gd name="T5" fmla="*/ 583 h 618"/>
              <a:gd name="T6" fmla="*/ 176 w 700"/>
              <a:gd name="T7" fmla="*/ 618 h 618"/>
              <a:gd name="T8" fmla="*/ 524 w 700"/>
              <a:gd name="T9" fmla="*/ 618 h 618"/>
              <a:gd name="T10" fmla="*/ 556 w 700"/>
              <a:gd name="T11" fmla="*/ 583 h 618"/>
              <a:gd name="T12" fmla="*/ 524 w 700"/>
              <a:gd name="T13" fmla="*/ 547 h 618"/>
              <a:gd name="T14" fmla="*/ 524 w 700"/>
              <a:gd name="T15" fmla="*/ 547 h 618"/>
              <a:gd name="T16" fmla="*/ 677 w 700"/>
              <a:gd name="T17" fmla="*/ 141 h 618"/>
              <a:gd name="T18" fmla="*/ 668 w 700"/>
              <a:gd name="T19" fmla="*/ 133 h 618"/>
              <a:gd name="T20" fmla="*/ 626 w 700"/>
              <a:gd name="T21" fmla="*/ 120 h 618"/>
              <a:gd name="T22" fmla="*/ 553 w 700"/>
              <a:gd name="T23" fmla="*/ 195 h 618"/>
              <a:gd name="T24" fmla="*/ 584 w 700"/>
              <a:gd name="T25" fmla="*/ 256 h 618"/>
              <a:gd name="T26" fmla="*/ 501 w 700"/>
              <a:gd name="T27" fmla="*/ 318 h 618"/>
              <a:gd name="T28" fmla="*/ 458 w 700"/>
              <a:gd name="T29" fmla="*/ 149 h 618"/>
              <a:gd name="T30" fmla="*/ 520 w 700"/>
              <a:gd name="T31" fmla="*/ 75 h 618"/>
              <a:gd name="T32" fmla="*/ 446 w 700"/>
              <a:gd name="T33" fmla="*/ 0 h 618"/>
              <a:gd name="T34" fmla="*/ 373 w 700"/>
              <a:gd name="T35" fmla="*/ 75 h 618"/>
              <a:gd name="T36" fmla="*/ 412 w 700"/>
              <a:gd name="T37" fmla="*/ 141 h 618"/>
              <a:gd name="T38" fmla="*/ 349 w 700"/>
              <a:gd name="T39" fmla="*/ 241 h 618"/>
              <a:gd name="T40" fmla="*/ 286 w 700"/>
              <a:gd name="T41" fmla="*/ 140 h 618"/>
              <a:gd name="T42" fmla="*/ 323 w 700"/>
              <a:gd name="T43" fmla="*/ 75 h 618"/>
              <a:gd name="T44" fmla="*/ 249 w 700"/>
              <a:gd name="T45" fmla="*/ 0 h 618"/>
              <a:gd name="T46" fmla="*/ 176 w 700"/>
              <a:gd name="T47" fmla="*/ 75 h 618"/>
              <a:gd name="T48" fmla="*/ 226 w 700"/>
              <a:gd name="T49" fmla="*/ 146 h 618"/>
              <a:gd name="T50" fmla="*/ 240 w 700"/>
              <a:gd name="T51" fmla="*/ 149 h 618"/>
              <a:gd name="T52" fmla="*/ 192 w 700"/>
              <a:gd name="T53" fmla="*/ 312 h 618"/>
              <a:gd name="T54" fmla="*/ 116 w 700"/>
              <a:gd name="T55" fmla="*/ 256 h 618"/>
              <a:gd name="T56" fmla="*/ 147 w 700"/>
              <a:gd name="T57" fmla="*/ 195 h 618"/>
              <a:gd name="T58" fmla="*/ 74 w 700"/>
              <a:gd name="T59" fmla="*/ 120 h 618"/>
              <a:gd name="T60" fmla="*/ 56 w 700"/>
              <a:gd name="T61" fmla="*/ 122 h 618"/>
              <a:gd name="T62" fmla="*/ 9 w 700"/>
              <a:gd name="T63" fmla="*/ 160 h 618"/>
              <a:gd name="T64" fmla="*/ 0 w 700"/>
              <a:gd name="T65" fmla="*/ 195 h 618"/>
              <a:gd name="T66" fmla="*/ 15 w 700"/>
              <a:gd name="T67" fmla="*/ 240 h 618"/>
              <a:gd name="T68" fmla="*/ 36 w 700"/>
              <a:gd name="T69" fmla="*/ 260 h 618"/>
              <a:gd name="T70" fmla="*/ 74 w 700"/>
              <a:gd name="T71" fmla="*/ 270 h 618"/>
              <a:gd name="T72" fmla="*/ 85 w 700"/>
              <a:gd name="T73" fmla="*/ 269 h 618"/>
              <a:gd name="T74" fmla="*/ 162 w 700"/>
              <a:gd name="T75" fmla="*/ 493 h 618"/>
              <a:gd name="T76" fmla="*/ 538 w 700"/>
              <a:gd name="T77" fmla="*/ 493 h 618"/>
              <a:gd name="T78" fmla="*/ 618 w 700"/>
              <a:gd name="T79" fmla="*/ 276 h 618"/>
              <a:gd name="T80" fmla="*/ 619 w 700"/>
              <a:gd name="T81" fmla="*/ 270 h 618"/>
              <a:gd name="T82" fmla="*/ 626 w 700"/>
              <a:gd name="T83" fmla="*/ 270 h 618"/>
              <a:gd name="T84" fmla="*/ 663 w 700"/>
              <a:gd name="T85" fmla="*/ 260 h 618"/>
              <a:gd name="T86" fmla="*/ 692 w 700"/>
              <a:gd name="T87" fmla="*/ 227 h 618"/>
              <a:gd name="T88" fmla="*/ 700 w 700"/>
              <a:gd name="T89" fmla="*/ 195 h 618"/>
              <a:gd name="T90" fmla="*/ 677 w 700"/>
              <a:gd name="T91" fmla="*/ 141 h 618"/>
              <a:gd name="T92" fmla="*/ 677 w 700"/>
              <a:gd name="T93" fmla="*/ 141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00" h="618">
                <a:moveTo>
                  <a:pt x="524" y="547"/>
                </a:moveTo>
                <a:cubicBezTo>
                  <a:pt x="176" y="547"/>
                  <a:pt x="176" y="547"/>
                  <a:pt x="176" y="547"/>
                </a:cubicBezTo>
                <a:cubicBezTo>
                  <a:pt x="158" y="547"/>
                  <a:pt x="144" y="562"/>
                  <a:pt x="144" y="583"/>
                </a:cubicBezTo>
                <a:cubicBezTo>
                  <a:pt x="144" y="603"/>
                  <a:pt x="158" y="618"/>
                  <a:pt x="176" y="618"/>
                </a:cubicBezTo>
                <a:cubicBezTo>
                  <a:pt x="524" y="618"/>
                  <a:pt x="524" y="618"/>
                  <a:pt x="524" y="618"/>
                </a:cubicBezTo>
                <a:cubicBezTo>
                  <a:pt x="542" y="618"/>
                  <a:pt x="556" y="603"/>
                  <a:pt x="556" y="583"/>
                </a:cubicBezTo>
                <a:cubicBezTo>
                  <a:pt x="556" y="562"/>
                  <a:pt x="542" y="547"/>
                  <a:pt x="524" y="547"/>
                </a:cubicBezTo>
                <a:cubicBezTo>
                  <a:pt x="524" y="547"/>
                  <a:pt x="524" y="547"/>
                  <a:pt x="524" y="547"/>
                </a:cubicBezTo>
                <a:close/>
                <a:moveTo>
                  <a:pt x="677" y="141"/>
                </a:moveTo>
                <a:cubicBezTo>
                  <a:pt x="675" y="138"/>
                  <a:pt x="672" y="136"/>
                  <a:pt x="668" y="133"/>
                </a:cubicBezTo>
                <a:cubicBezTo>
                  <a:pt x="656" y="125"/>
                  <a:pt x="642" y="120"/>
                  <a:pt x="626" y="120"/>
                </a:cubicBezTo>
                <a:cubicBezTo>
                  <a:pt x="586" y="120"/>
                  <a:pt x="553" y="153"/>
                  <a:pt x="553" y="195"/>
                </a:cubicBezTo>
                <a:cubicBezTo>
                  <a:pt x="553" y="220"/>
                  <a:pt x="565" y="242"/>
                  <a:pt x="584" y="256"/>
                </a:cubicBezTo>
                <a:cubicBezTo>
                  <a:pt x="571" y="271"/>
                  <a:pt x="523" y="325"/>
                  <a:pt x="501" y="318"/>
                </a:cubicBezTo>
                <a:cubicBezTo>
                  <a:pt x="466" y="308"/>
                  <a:pt x="459" y="160"/>
                  <a:pt x="458" y="149"/>
                </a:cubicBezTo>
                <a:cubicBezTo>
                  <a:pt x="493" y="143"/>
                  <a:pt x="520" y="112"/>
                  <a:pt x="520" y="75"/>
                </a:cubicBezTo>
                <a:cubicBezTo>
                  <a:pt x="520" y="33"/>
                  <a:pt x="487" y="0"/>
                  <a:pt x="446" y="0"/>
                </a:cubicBezTo>
                <a:cubicBezTo>
                  <a:pt x="406" y="0"/>
                  <a:pt x="373" y="33"/>
                  <a:pt x="373" y="75"/>
                </a:cubicBezTo>
                <a:cubicBezTo>
                  <a:pt x="373" y="103"/>
                  <a:pt x="389" y="128"/>
                  <a:pt x="412" y="141"/>
                </a:cubicBezTo>
                <a:cubicBezTo>
                  <a:pt x="404" y="162"/>
                  <a:pt x="371" y="242"/>
                  <a:pt x="349" y="241"/>
                </a:cubicBezTo>
                <a:cubicBezTo>
                  <a:pt x="326" y="241"/>
                  <a:pt x="293" y="158"/>
                  <a:pt x="286" y="140"/>
                </a:cubicBezTo>
                <a:cubicBezTo>
                  <a:pt x="308" y="127"/>
                  <a:pt x="323" y="103"/>
                  <a:pt x="323" y="75"/>
                </a:cubicBezTo>
                <a:cubicBezTo>
                  <a:pt x="323" y="33"/>
                  <a:pt x="290" y="0"/>
                  <a:pt x="249" y="0"/>
                </a:cubicBezTo>
                <a:cubicBezTo>
                  <a:pt x="209" y="0"/>
                  <a:pt x="176" y="33"/>
                  <a:pt x="176" y="75"/>
                </a:cubicBezTo>
                <a:cubicBezTo>
                  <a:pt x="176" y="108"/>
                  <a:pt x="197" y="136"/>
                  <a:pt x="226" y="146"/>
                </a:cubicBezTo>
                <a:cubicBezTo>
                  <a:pt x="230" y="148"/>
                  <a:pt x="235" y="149"/>
                  <a:pt x="240" y="149"/>
                </a:cubicBezTo>
                <a:cubicBezTo>
                  <a:pt x="240" y="149"/>
                  <a:pt x="225" y="304"/>
                  <a:pt x="192" y="312"/>
                </a:cubicBezTo>
                <a:cubicBezTo>
                  <a:pt x="164" y="319"/>
                  <a:pt x="127" y="271"/>
                  <a:pt x="116" y="256"/>
                </a:cubicBezTo>
                <a:cubicBezTo>
                  <a:pt x="135" y="243"/>
                  <a:pt x="147" y="220"/>
                  <a:pt x="147" y="195"/>
                </a:cubicBezTo>
                <a:cubicBezTo>
                  <a:pt x="147" y="153"/>
                  <a:pt x="114" y="120"/>
                  <a:pt x="74" y="120"/>
                </a:cubicBezTo>
                <a:cubicBezTo>
                  <a:pt x="67" y="120"/>
                  <a:pt x="61" y="121"/>
                  <a:pt x="56" y="122"/>
                </a:cubicBezTo>
                <a:cubicBezTo>
                  <a:pt x="45" y="123"/>
                  <a:pt x="21" y="129"/>
                  <a:pt x="9" y="160"/>
                </a:cubicBezTo>
                <a:cubicBezTo>
                  <a:pt x="3" y="170"/>
                  <a:pt x="0" y="182"/>
                  <a:pt x="0" y="195"/>
                </a:cubicBezTo>
                <a:cubicBezTo>
                  <a:pt x="0" y="212"/>
                  <a:pt x="6" y="228"/>
                  <a:pt x="15" y="240"/>
                </a:cubicBezTo>
                <a:cubicBezTo>
                  <a:pt x="20" y="248"/>
                  <a:pt x="27" y="255"/>
                  <a:pt x="36" y="260"/>
                </a:cubicBezTo>
                <a:cubicBezTo>
                  <a:pt x="47" y="266"/>
                  <a:pt x="60" y="270"/>
                  <a:pt x="74" y="270"/>
                </a:cubicBezTo>
                <a:cubicBezTo>
                  <a:pt x="77" y="270"/>
                  <a:pt x="81" y="270"/>
                  <a:pt x="85" y="269"/>
                </a:cubicBezTo>
                <a:cubicBezTo>
                  <a:pt x="87" y="290"/>
                  <a:pt x="118" y="491"/>
                  <a:pt x="162" y="493"/>
                </a:cubicBezTo>
                <a:cubicBezTo>
                  <a:pt x="162" y="493"/>
                  <a:pt x="488" y="493"/>
                  <a:pt x="538" y="493"/>
                </a:cubicBezTo>
                <a:cubicBezTo>
                  <a:pt x="585" y="493"/>
                  <a:pt x="618" y="276"/>
                  <a:pt x="618" y="276"/>
                </a:cubicBezTo>
                <a:cubicBezTo>
                  <a:pt x="619" y="270"/>
                  <a:pt x="619" y="270"/>
                  <a:pt x="619" y="270"/>
                </a:cubicBezTo>
                <a:cubicBezTo>
                  <a:pt x="622" y="270"/>
                  <a:pt x="624" y="270"/>
                  <a:pt x="626" y="270"/>
                </a:cubicBezTo>
                <a:cubicBezTo>
                  <a:pt x="640" y="270"/>
                  <a:pt x="652" y="266"/>
                  <a:pt x="663" y="260"/>
                </a:cubicBezTo>
                <a:cubicBezTo>
                  <a:pt x="675" y="256"/>
                  <a:pt x="687" y="246"/>
                  <a:pt x="692" y="227"/>
                </a:cubicBezTo>
                <a:cubicBezTo>
                  <a:pt x="697" y="218"/>
                  <a:pt x="700" y="207"/>
                  <a:pt x="700" y="195"/>
                </a:cubicBezTo>
                <a:cubicBezTo>
                  <a:pt x="700" y="174"/>
                  <a:pt x="691" y="155"/>
                  <a:pt x="677" y="141"/>
                </a:cubicBezTo>
                <a:cubicBezTo>
                  <a:pt x="677" y="141"/>
                  <a:pt x="677" y="141"/>
                  <a:pt x="677" y="14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45146" y="1184672"/>
            <a:ext cx="8021237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>
                <a:latin typeface="+mn-ea"/>
              </a:rPr>
              <a:t>国家级</a:t>
            </a:r>
            <a:r>
              <a:rPr lang="zh-CN" altLang="en-US" sz="1400">
                <a:latin typeface="+mn-ea"/>
              </a:rPr>
              <a:t>：</a:t>
            </a:r>
            <a:r>
              <a:rPr lang="en-US" altLang="zh-CN" sz="1400">
                <a:latin typeface="+mn-ea"/>
              </a:rPr>
              <a:t>2018</a:t>
            </a:r>
            <a:r>
              <a:rPr lang="zh-CN" altLang="en-US" sz="1400">
                <a:latin typeface="+mn-ea"/>
              </a:rPr>
              <a:t>年  国家励志奖学金；                    </a:t>
            </a:r>
            <a:r>
              <a:rPr lang="en-US" altLang="zh-CN" sz="1400">
                <a:latin typeface="+mn-ea"/>
              </a:rPr>
              <a:t>2019</a:t>
            </a:r>
            <a:r>
              <a:rPr lang="zh-CN" altLang="en-US" sz="1400">
                <a:latin typeface="+mn-ea"/>
              </a:rPr>
              <a:t>年  国家励志奖学金</a:t>
            </a:r>
            <a:endParaRPr lang="zh-CN" altLang="en-US" sz="140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1400" b="1">
                <a:latin typeface="+mn-ea"/>
              </a:rPr>
              <a:t>区   级</a:t>
            </a:r>
            <a:r>
              <a:rPr lang="zh-CN" altLang="en-US" sz="1400">
                <a:latin typeface="+mn-ea"/>
              </a:rPr>
              <a:t>：</a:t>
            </a:r>
            <a:r>
              <a:rPr lang="en-US" altLang="zh-CN" sz="1400">
                <a:latin typeface="+mn-ea"/>
              </a:rPr>
              <a:t>2018</a:t>
            </a:r>
            <a:r>
              <a:rPr lang="zh-CN" altLang="en-US" sz="1400">
                <a:latin typeface="+mn-ea"/>
              </a:rPr>
              <a:t>年  中国高新区马拉松优秀志愿者</a:t>
            </a:r>
            <a:endParaRPr lang="zh-CN" altLang="en-US" sz="140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1400" b="1">
                <a:latin typeface="+mn-ea"/>
              </a:rPr>
              <a:t>校   级</a:t>
            </a:r>
            <a:r>
              <a:rPr lang="zh-CN" altLang="en-US" sz="1400">
                <a:latin typeface="+mn-ea"/>
              </a:rPr>
              <a:t>：</a:t>
            </a:r>
            <a:r>
              <a:rPr lang="en-US" altLang="zh-CN" sz="1400">
                <a:latin typeface="+mn-ea"/>
              </a:rPr>
              <a:t>2018</a:t>
            </a:r>
            <a:r>
              <a:rPr lang="zh-CN" altLang="en-US" sz="1400">
                <a:latin typeface="+mn-ea"/>
              </a:rPr>
              <a:t>年  </a:t>
            </a:r>
            <a:r>
              <a:rPr lang="en-US" altLang="zh-CN" sz="1400">
                <a:latin typeface="+mn-ea"/>
              </a:rPr>
              <a:t>xxx</a:t>
            </a:r>
            <a:r>
              <a:rPr lang="zh-CN" altLang="en-US" sz="1400">
                <a:latin typeface="+mn-ea"/>
              </a:rPr>
              <a:t>大学二等学业奖学金          </a:t>
            </a:r>
            <a:r>
              <a:rPr lang="en-US" altLang="zh-CN" sz="1400">
                <a:latin typeface="+mn-ea"/>
              </a:rPr>
              <a:t>2019</a:t>
            </a:r>
            <a:r>
              <a:rPr lang="zh-CN" altLang="en-US" sz="1400">
                <a:latin typeface="+mn-ea"/>
              </a:rPr>
              <a:t>年  </a:t>
            </a:r>
            <a:r>
              <a:rPr lang="en-US" altLang="zh-CN" sz="1400">
                <a:latin typeface="+mn-ea"/>
              </a:rPr>
              <a:t>xxx</a:t>
            </a:r>
            <a:r>
              <a:rPr lang="zh-CN" altLang="en-US" sz="1400">
                <a:latin typeface="+mn-ea"/>
              </a:rPr>
              <a:t>大学二等学业奖学金</a:t>
            </a:r>
            <a:endParaRPr lang="zh-CN" altLang="en-US" sz="140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latin typeface="+mn-ea"/>
              </a:rPr>
              <a:t>             2018</a:t>
            </a:r>
            <a:r>
              <a:rPr lang="zh-CN" altLang="en-US" sz="1400">
                <a:latin typeface="+mn-ea"/>
              </a:rPr>
              <a:t>年  </a:t>
            </a:r>
            <a:r>
              <a:rPr lang="en-US" altLang="zh-CN" sz="1400">
                <a:latin typeface="+mn-ea"/>
              </a:rPr>
              <a:t>xxx</a:t>
            </a:r>
            <a:r>
              <a:rPr lang="zh-CN" altLang="en-US" sz="1400">
                <a:latin typeface="+mn-ea"/>
              </a:rPr>
              <a:t>大学“优秀义工”              </a:t>
            </a:r>
            <a:r>
              <a:rPr lang="en-US" altLang="zh-CN" sz="1400">
                <a:latin typeface="+mn-ea"/>
              </a:rPr>
              <a:t>2019</a:t>
            </a:r>
            <a:r>
              <a:rPr lang="zh-CN" altLang="en-US" sz="1400">
                <a:latin typeface="+mn-ea"/>
              </a:rPr>
              <a:t>年  </a:t>
            </a:r>
            <a:r>
              <a:rPr lang="en-US" altLang="zh-CN" sz="1400">
                <a:latin typeface="+mn-ea"/>
              </a:rPr>
              <a:t>xxx</a:t>
            </a:r>
            <a:r>
              <a:rPr lang="zh-CN" altLang="en-US" sz="1400">
                <a:latin typeface="+mn-ea"/>
              </a:rPr>
              <a:t>大学海外游学奖学金二等奖</a:t>
            </a:r>
            <a:endParaRPr lang="zh-CN" altLang="en-US" sz="140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latin typeface="+mn-ea"/>
              </a:rPr>
              <a:t>             2019</a:t>
            </a:r>
            <a:r>
              <a:rPr lang="zh-CN" altLang="en-US" sz="1400">
                <a:latin typeface="+mn-ea"/>
              </a:rPr>
              <a:t>年  </a:t>
            </a:r>
            <a:r>
              <a:rPr lang="en-US" altLang="zh-CN" sz="1400">
                <a:latin typeface="+mn-ea"/>
              </a:rPr>
              <a:t>xxx</a:t>
            </a:r>
            <a:r>
              <a:rPr lang="zh-CN" altLang="en-US" sz="1400">
                <a:latin typeface="+mn-ea"/>
              </a:rPr>
              <a:t>大学“优秀共青团员”       </a:t>
            </a:r>
            <a:r>
              <a:rPr lang="en-US" altLang="zh-CN" sz="1400">
                <a:latin typeface="+mn-ea"/>
              </a:rPr>
              <a:t>2019</a:t>
            </a:r>
            <a:r>
              <a:rPr lang="zh-CN" altLang="en-US" sz="1400">
                <a:latin typeface="+mn-ea"/>
              </a:rPr>
              <a:t>年  </a:t>
            </a:r>
            <a:r>
              <a:rPr lang="en-US" altLang="zh-CN" sz="1400">
                <a:latin typeface="+mn-ea"/>
              </a:rPr>
              <a:t>xxx</a:t>
            </a:r>
            <a:r>
              <a:rPr lang="zh-CN" altLang="en-US" sz="1400">
                <a:latin typeface="+mn-ea"/>
              </a:rPr>
              <a:t>大学“资助宣传大使”；</a:t>
            </a:r>
            <a:endParaRPr lang="zh-CN" altLang="en-US" sz="140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latin typeface="+mn-ea"/>
              </a:rPr>
              <a:t>             2019</a:t>
            </a:r>
            <a:r>
              <a:rPr lang="zh-CN" altLang="en-US" sz="1400">
                <a:latin typeface="+mn-ea"/>
              </a:rPr>
              <a:t>年  全国大学生电子商务“创新、创意及创业”挑战赛校赛优秀奖</a:t>
            </a:r>
            <a:endParaRPr lang="zh-CN" altLang="en-US" sz="140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 flipH="1">
            <a:off x="531628" y="0"/>
            <a:ext cx="12445" cy="514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382771" y="430268"/>
            <a:ext cx="318977" cy="318977"/>
          </a:xfrm>
          <a:prstGeom prst="ellipse">
            <a:avLst/>
          </a:prstGeom>
          <a:solidFill>
            <a:srgbClr val="E6A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1488552" y="384314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3130">
              <a:defRPr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rPr>
              <a:t>自我评价及展望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4" name="Freeform 23"/>
          <p:cNvSpPr>
            <a:spLocks noEditPoints="1"/>
          </p:cNvSpPr>
          <p:nvPr/>
        </p:nvSpPr>
        <p:spPr bwMode="auto">
          <a:xfrm>
            <a:off x="1074306" y="329317"/>
            <a:ext cx="470013" cy="453775"/>
          </a:xfrm>
          <a:custGeom>
            <a:avLst/>
            <a:gdLst>
              <a:gd name="T0" fmla="*/ 258 w 848"/>
              <a:gd name="T1" fmla="*/ 513 h 817"/>
              <a:gd name="T2" fmla="*/ 177 w 848"/>
              <a:gd name="T3" fmla="*/ 289 h 817"/>
              <a:gd name="T4" fmla="*/ 272 w 848"/>
              <a:gd name="T5" fmla="*/ 316 h 817"/>
              <a:gd name="T6" fmla="*/ 322 w 848"/>
              <a:gd name="T7" fmla="*/ 427 h 817"/>
              <a:gd name="T8" fmla="*/ 388 w 848"/>
              <a:gd name="T9" fmla="*/ 325 h 817"/>
              <a:gd name="T10" fmla="*/ 793 w 848"/>
              <a:gd name="T11" fmla="*/ 426 h 817"/>
              <a:gd name="T12" fmla="*/ 68 w 848"/>
              <a:gd name="T13" fmla="*/ 648 h 817"/>
              <a:gd name="T14" fmla="*/ 283 w 848"/>
              <a:gd name="T15" fmla="*/ 328 h 817"/>
              <a:gd name="T16" fmla="*/ 313 w 848"/>
              <a:gd name="T17" fmla="*/ 409 h 817"/>
              <a:gd name="T18" fmla="*/ 362 w 848"/>
              <a:gd name="T19" fmla="*/ 355 h 817"/>
              <a:gd name="T20" fmla="*/ 358 w 848"/>
              <a:gd name="T21" fmla="*/ 171 h 817"/>
              <a:gd name="T22" fmla="*/ 437 w 848"/>
              <a:gd name="T23" fmla="*/ 0 h 817"/>
              <a:gd name="T24" fmla="*/ 365 w 848"/>
              <a:gd name="T25" fmla="*/ 166 h 817"/>
              <a:gd name="T26" fmla="*/ 375 w 848"/>
              <a:gd name="T27" fmla="*/ 169 h 817"/>
              <a:gd name="T28" fmla="*/ 288 w 848"/>
              <a:gd name="T29" fmla="*/ 320 h 817"/>
              <a:gd name="T30" fmla="*/ 394 w 848"/>
              <a:gd name="T31" fmla="*/ 192 h 817"/>
              <a:gd name="T32" fmla="*/ 288 w 848"/>
              <a:gd name="T33" fmla="*/ 320 h 817"/>
              <a:gd name="T34" fmla="*/ 327 w 848"/>
              <a:gd name="T35" fmla="*/ 321 h 817"/>
              <a:gd name="T36" fmla="*/ 358 w 848"/>
              <a:gd name="T37" fmla="*/ 189 h 817"/>
              <a:gd name="T38" fmla="*/ 216 w 848"/>
              <a:gd name="T39" fmla="*/ 598 h 817"/>
              <a:gd name="T40" fmla="*/ 216 w 848"/>
              <a:gd name="T41" fmla="*/ 666 h 817"/>
              <a:gd name="T42" fmla="*/ 216 w 848"/>
              <a:gd name="T43" fmla="*/ 598 h 817"/>
              <a:gd name="T44" fmla="*/ 616 w 848"/>
              <a:gd name="T45" fmla="*/ 456 h 817"/>
              <a:gd name="T46" fmla="*/ 745 w 848"/>
              <a:gd name="T47" fmla="*/ 456 h 817"/>
              <a:gd name="T48" fmla="*/ 667 w 848"/>
              <a:gd name="T49" fmla="*/ 530 h 817"/>
              <a:gd name="T50" fmla="*/ 667 w 848"/>
              <a:gd name="T51" fmla="*/ 598 h 817"/>
              <a:gd name="T52" fmla="*/ 667 w 848"/>
              <a:gd name="T53" fmla="*/ 530 h 817"/>
              <a:gd name="T54" fmla="*/ 493 w 848"/>
              <a:gd name="T55" fmla="*/ 651 h 817"/>
              <a:gd name="T56" fmla="*/ 623 w 848"/>
              <a:gd name="T57" fmla="*/ 651 h 817"/>
              <a:gd name="T58" fmla="*/ 377 w 848"/>
              <a:gd name="T59" fmla="*/ 652 h 817"/>
              <a:gd name="T60" fmla="*/ 377 w 848"/>
              <a:gd name="T61" fmla="*/ 720 h 817"/>
              <a:gd name="T62" fmla="*/ 377 w 848"/>
              <a:gd name="T63" fmla="*/ 652 h 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48" h="817">
                <a:moveTo>
                  <a:pt x="131" y="545"/>
                </a:moveTo>
                <a:cubicBezTo>
                  <a:pt x="198" y="542"/>
                  <a:pt x="270" y="537"/>
                  <a:pt x="258" y="513"/>
                </a:cubicBezTo>
                <a:cubicBezTo>
                  <a:pt x="249" y="495"/>
                  <a:pt x="212" y="471"/>
                  <a:pt x="175" y="447"/>
                </a:cubicBezTo>
                <a:cubicBezTo>
                  <a:pt x="75" y="381"/>
                  <a:pt x="71" y="349"/>
                  <a:pt x="177" y="289"/>
                </a:cubicBezTo>
                <a:cubicBezTo>
                  <a:pt x="214" y="267"/>
                  <a:pt x="257" y="250"/>
                  <a:pt x="304" y="239"/>
                </a:cubicBezTo>
                <a:cubicBezTo>
                  <a:pt x="272" y="316"/>
                  <a:pt x="272" y="316"/>
                  <a:pt x="272" y="316"/>
                </a:cubicBezTo>
                <a:cubicBezTo>
                  <a:pt x="233" y="327"/>
                  <a:pt x="208" y="351"/>
                  <a:pt x="211" y="376"/>
                </a:cubicBezTo>
                <a:cubicBezTo>
                  <a:pt x="215" y="408"/>
                  <a:pt x="265" y="431"/>
                  <a:pt x="322" y="427"/>
                </a:cubicBezTo>
                <a:cubicBezTo>
                  <a:pt x="379" y="423"/>
                  <a:pt x="422" y="393"/>
                  <a:pt x="418" y="361"/>
                </a:cubicBezTo>
                <a:cubicBezTo>
                  <a:pt x="416" y="347"/>
                  <a:pt x="405" y="334"/>
                  <a:pt x="388" y="325"/>
                </a:cubicBezTo>
                <a:cubicBezTo>
                  <a:pt x="410" y="225"/>
                  <a:pt x="410" y="225"/>
                  <a:pt x="410" y="225"/>
                </a:cubicBezTo>
                <a:cubicBezTo>
                  <a:pt x="585" y="220"/>
                  <a:pt x="746" y="300"/>
                  <a:pt x="793" y="426"/>
                </a:cubicBezTo>
                <a:cubicBezTo>
                  <a:pt x="848" y="576"/>
                  <a:pt x="724" y="733"/>
                  <a:pt x="515" y="778"/>
                </a:cubicBezTo>
                <a:cubicBezTo>
                  <a:pt x="335" y="817"/>
                  <a:pt x="151" y="760"/>
                  <a:pt x="68" y="648"/>
                </a:cubicBezTo>
                <a:cubicBezTo>
                  <a:pt x="0" y="557"/>
                  <a:pt x="40" y="549"/>
                  <a:pt x="131" y="545"/>
                </a:cubicBezTo>
                <a:close/>
                <a:moveTo>
                  <a:pt x="283" y="328"/>
                </a:moveTo>
                <a:cubicBezTo>
                  <a:pt x="272" y="352"/>
                  <a:pt x="263" y="375"/>
                  <a:pt x="255" y="399"/>
                </a:cubicBezTo>
                <a:cubicBezTo>
                  <a:pt x="270" y="405"/>
                  <a:pt x="290" y="409"/>
                  <a:pt x="313" y="409"/>
                </a:cubicBezTo>
                <a:cubicBezTo>
                  <a:pt x="326" y="409"/>
                  <a:pt x="338" y="408"/>
                  <a:pt x="349" y="406"/>
                </a:cubicBezTo>
                <a:cubicBezTo>
                  <a:pt x="353" y="389"/>
                  <a:pt x="358" y="372"/>
                  <a:pt x="362" y="355"/>
                </a:cubicBezTo>
                <a:cubicBezTo>
                  <a:pt x="335" y="346"/>
                  <a:pt x="309" y="337"/>
                  <a:pt x="283" y="328"/>
                </a:cubicBezTo>
                <a:close/>
                <a:moveTo>
                  <a:pt x="358" y="171"/>
                </a:moveTo>
                <a:cubicBezTo>
                  <a:pt x="371" y="175"/>
                  <a:pt x="383" y="179"/>
                  <a:pt x="396" y="184"/>
                </a:cubicBezTo>
                <a:cubicBezTo>
                  <a:pt x="510" y="137"/>
                  <a:pt x="411" y="37"/>
                  <a:pt x="437" y="0"/>
                </a:cubicBezTo>
                <a:cubicBezTo>
                  <a:pt x="395" y="13"/>
                  <a:pt x="301" y="66"/>
                  <a:pt x="358" y="171"/>
                </a:cubicBezTo>
                <a:close/>
                <a:moveTo>
                  <a:pt x="365" y="166"/>
                </a:moveTo>
                <a:cubicBezTo>
                  <a:pt x="331" y="85"/>
                  <a:pt x="366" y="44"/>
                  <a:pt x="423" y="15"/>
                </a:cubicBezTo>
                <a:cubicBezTo>
                  <a:pt x="375" y="54"/>
                  <a:pt x="355" y="104"/>
                  <a:pt x="375" y="169"/>
                </a:cubicBezTo>
                <a:cubicBezTo>
                  <a:pt x="371" y="168"/>
                  <a:pt x="368" y="167"/>
                  <a:pt x="365" y="166"/>
                </a:cubicBezTo>
                <a:close/>
                <a:moveTo>
                  <a:pt x="288" y="320"/>
                </a:moveTo>
                <a:cubicBezTo>
                  <a:pt x="363" y="345"/>
                  <a:pt x="363" y="345"/>
                  <a:pt x="363" y="345"/>
                </a:cubicBezTo>
                <a:cubicBezTo>
                  <a:pt x="394" y="192"/>
                  <a:pt x="394" y="192"/>
                  <a:pt x="394" y="192"/>
                </a:cubicBezTo>
                <a:cubicBezTo>
                  <a:pt x="355" y="179"/>
                  <a:pt x="355" y="179"/>
                  <a:pt x="355" y="179"/>
                </a:cubicBezTo>
                <a:cubicBezTo>
                  <a:pt x="288" y="320"/>
                  <a:pt x="288" y="320"/>
                  <a:pt x="288" y="320"/>
                </a:cubicBezTo>
                <a:close/>
                <a:moveTo>
                  <a:pt x="303" y="313"/>
                </a:moveTo>
                <a:cubicBezTo>
                  <a:pt x="327" y="321"/>
                  <a:pt x="327" y="321"/>
                  <a:pt x="327" y="321"/>
                </a:cubicBezTo>
                <a:cubicBezTo>
                  <a:pt x="370" y="194"/>
                  <a:pt x="370" y="194"/>
                  <a:pt x="370" y="194"/>
                </a:cubicBezTo>
                <a:cubicBezTo>
                  <a:pt x="358" y="189"/>
                  <a:pt x="358" y="189"/>
                  <a:pt x="358" y="189"/>
                </a:cubicBezTo>
                <a:cubicBezTo>
                  <a:pt x="303" y="313"/>
                  <a:pt x="303" y="313"/>
                  <a:pt x="303" y="313"/>
                </a:cubicBezTo>
                <a:close/>
                <a:moveTo>
                  <a:pt x="216" y="598"/>
                </a:moveTo>
                <a:cubicBezTo>
                  <a:pt x="180" y="598"/>
                  <a:pt x="151" y="613"/>
                  <a:pt x="151" y="632"/>
                </a:cubicBezTo>
                <a:cubicBezTo>
                  <a:pt x="151" y="651"/>
                  <a:pt x="180" y="666"/>
                  <a:pt x="216" y="666"/>
                </a:cubicBezTo>
                <a:cubicBezTo>
                  <a:pt x="251" y="666"/>
                  <a:pt x="280" y="651"/>
                  <a:pt x="280" y="632"/>
                </a:cubicBezTo>
                <a:cubicBezTo>
                  <a:pt x="280" y="613"/>
                  <a:pt x="251" y="598"/>
                  <a:pt x="216" y="598"/>
                </a:cubicBezTo>
                <a:close/>
                <a:moveTo>
                  <a:pt x="681" y="422"/>
                </a:moveTo>
                <a:cubicBezTo>
                  <a:pt x="645" y="422"/>
                  <a:pt x="616" y="437"/>
                  <a:pt x="616" y="456"/>
                </a:cubicBezTo>
                <a:cubicBezTo>
                  <a:pt x="616" y="475"/>
                  <a:pt x="645" y="490"/>
                  <a:pt x="681" y="490"/>
                </a:cubicBezTo>
                <a:cubicBezTo>
                  <a:pt x="716" y="490"/>
                  <a:pt x="745" y="475"/>
                  <a:pt x="745" y="456"/>
                </a:cubicBezTo>
                <a:cubicBezTo>
                  <a:pt x="745" y="437"/>
                  <a:pt x="716" y="422"/>
                  <a:pt x="681" y="422"/>
                </a:cubicBezTo>
                <a:close/>
                <a:moveTo>
                  <a:pt x="667" y="530"/>
                </a:moveTo>
                <a:cubicBezTo>
                  <a:pt x="632" y="530"/>
                  <a:pt x="603" y="545"/>
                  <a:pt x="603" y="564"/>
                </a:cubicBezTo>
                <a:cubicBezTo>
                  <a:pt x="603" y="582"/>
                  <a:pt x="632" y="598"/>
                  <a:pt x="667" y="598"/>
                </a:cubicBezTo>
                <a:cubicBezTo>
                  <a:pt x="703" y="598"/>
                  <a:pt x="732" y="582"/>
                  <a:pt x="732" y="564"/>
                </a:cubicBezTo>
                <a:cubicBezTo>
                  <a:pt x="732" y="545"/>
                  <a:pt x="703" y="530"/>
                  <a:pt x="667" y="530"/>
                </a:cubicBezTo>
                <a:close/>
                <a:moveTo>
                  <a:pt x="558" y="617"/>
                </a:moveTo>
                <a:cubicBezTo>
                  <a:pt x="522" y="617"/>
                  <a:pt x="493" y="632"/>
                  <a:pt x="493" y="651"/>
                </a:cubicBezTo>
                <a:cubicBezTo>
                  <a:pt x="493" y="669"/>
                  <a:pt x="522" y="685"/>
                  <a:pt x="558" y="685"/>
                </a:cubicBezTo>
                <a:cubicBezTo>
                  <a:pt x="594" y="685"/>
                  <a:pt x="623" y="669"/>
                  <a:pt x="623" y="651"/>
                </a:cubicBezTo>
                <a:cubicBezTo>
                  <a:pt x="623" y="632"/>
                  <a:pt x="594" y="617"/>
                  <a:pt x="558" y="617"/>
                </a:cubicBezTo>
                <a:close/>
                <a:moveTo>
                  <a:pt x="377" y="652"/>
                </a:moveTo>
                <a:cubicBezTo>
                  <a:pt x="342" y="652"/>
                  <a:pt x="313" y="667"/>
                  <a:pt x="313" y="686"/>
                </a:cubicBezTo>
                <a:cubicBezTo>
                  <a:pt x="313" y="705"/>
                  <a:pt x="342" y="720"/>
                  <a:pt x="377" y="720"/>
                </a:cubicBezTo>
                <a:cubicBezTo>
                  <a:pt x="413" y="720"/>
                  <a:pt x="442" y="705"/>
                  <a:pt x="442" y="686"/>
                </a:cubicBezTo>
                <a:cubicBezTo>
                  <a:pt x="442" y="667"/>
                  <a:pt x="413" y="652"/>
                  <a:pt x="377" y="65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74306" y="1424296"/>
            <a:ext cx="7471058" cy="2185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/>
              <a:t>         通过三年的学习，我已经具备了专业所需的基本素质，培养了浓厚的学术兴趣。并且，贵院强大的师资团队与浓厚的学术氛围等深深地吸引着我。所以我希望在贵院继续攻读研究生，完善我的知识体系，发挥自己的学术热情。</a:t>
            </a:r>
            <a:endParaRPr lang="zh-CN" altLang="en-US" sz="1400" dirty="0"/>
          </a:p>
          <a:p>
            <a:pPr>
              <a:lnSpc>
                <a:spcPct val="200000"/>
              </a:lnSpc>
            </a:pPr>
            <a:r>
              <a:rPr lang="zh-CN" altLang="en-US" sz="1400" dirty="0"/>
              <a:t>         此外，我制定了明确的研究生阶段的规划。我希望能够结合导师的研究方向，跟随导师认真完成一些科研项目，将所学的知识运用于实践当中，实现自身价值！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 flipH="1">
            <a:off x="531628" y="0"/>
            <a:ext cx="12445" cy="514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382771" y="430268"/>
            <a:ext cx="318977" cy="318977"/>
          </a:xfrm>
          <a:prstGeom prst="ellipse">
            <a:avLst/>
          </a:prstGeom>
          <a:solidFill>
            <a:srgbClr val="E6A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1488552" y="384314"/>
            <a:ext cx="6976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3130">
              <a:defRPr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rPr>
              <a:t>总结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4" name="Freeform 23"/>
          <p:cNvSpPr>
            <a:spLocks noEditPoints="1"/>
          </p:cNvSpPr>
          <p:nvPr/>
        </p:nvSpPr>
        <p:spPr bwMode="auto">
          <a:xfrm>
            <a:off x="1074306" y="329317"/>
            <a:ext cx="470013" cy="453775"/>
          </a:xfrm>
          <a:custGeom>
            <a:avLst/>
            <a:gdLst>
              <a:gd name="T0" fmla="*/ 258 w 848"/>
              <a:gd name="T1" fmla="*/ 513 h 817"/>
              <a:gd name="T2" fmla="*/ 177 w 848"/>
              <a:gd name="T3" fmla="*/ 289 h 817"/>
              <a:gd name="T4" fmla="*/ 272 w 848"/>
              <a:gd name="T5" fmla="*/ 316 h 817"/>
              <a:gd name="T6" fmla="*/ 322 w 848"/>
              <a:gd name="T7" fmla="*/ 427 h 817"/>
              <a:gd name="T8" fmla="*/ 388 w 848"/>
              <a:gd name="T9" fmla="*/ 325 h 817"/>
              <a:gd name="T10" fmla="*/ 793 w 848"/>
              <a:gd name="T11" fmla="*/ 426 h 817"/>
              <a:gd name="T12" fmla="*/ 68 w 848"/>
              <a:gd name="T13" fmla="*/ 648 h 817"/>
              <a:gd name="T14" fmla="*/ 283 w 848"/>
              <a:gd name="T15" fmla="*/ 328 h 817"/>
              <a:gd name="T16" fmla="*/ 313 w 848"/>
              <a:gd name="T17" fmla="*/ 409 h 817"/>
              <a:gd name="T18" fmla="*/ 362 w 848"/>
              <a:gd name="T19" fmla="*/ 355 h 817"/>
              <a:gd name="T20" fmla="*/ 358 w 848"/>
              <a:gd name="T21" fmla="*/ 171 h 817"/>
              <a:gd name="T22" fmla="*/ 437 w 848"/>
              <a:gd name="T23" fmla="*/ 0 h 817"/>
              <a:gd name="T24" fmla="*/ 365 w 848"/>
              <a:gd name="T25" fmla="*/ 166 h 817"/>
              <a:gd name="T26" fmla="*/ 375 w 848"/>
              <a:gd name="T27" fmla="*/ 169 h 817"/>
              <a:gd name="T28" fmla="*/ 288 w 848"/>
              <a:gd name="T29" fmla="*/ 320 h 817"/>
              <a:gd name="T30" fmla="*/ 394 w 848"/>
              <a:gd name="T31" fmla="*/ 192 h 817"/>
              <a:gd name="T32" fmla="*/ 288 w 848"/>
              <a:gd name="T33" fmla="*/ 320 h 817"/>
              <a:gd name="T34" fmla="*/ 327 w 848"/>
              <a:gd name="T35" fmla="*/ 321 h 817"/>
              <a:gd name="T36" fmla="*/ 358 w 848"/>
              <a:gd name="T37" fmla="*/ 189 h 817"/>
              <a:gd name="T38" fmla="*/ 216 w 848"/>
              <a:gd name="T39" fmla="*/ 598 h 817"/>
              <a:gd name="T40" fmla="*/ 216 w 848"/>
              <a:gd name="T41" fmla="*/ 666 h 817"/>
              <a:gd name="T42" fmla="*/ 216 w 848"/>
              <a:gd name="T43" fmla="*/ 598 h 817"/>
              <a:gd name="T44" fmla="*/ 616 w 848"/>
              <a:gd name="T45" fmla="*/ 456 h 817"/>
              <a:gd name="T46" fmla="*/ 745 w 848"/>
              <a:gd name="T47" fmla="*/ 456 h 817"/>
              <a:gd name="T48" fmla="*/ 667 w 848"/>
              <a:gd name="T49" fmla="*/ 530 h 817"/>
              <a:gd name="T50" fmla="*/ 667 w 848"/>
              <a:gd name="T51" fmla="*/ 598 h 817"/>
              <a:gd name="T52" fmla="*/ 667 w 848"/>
              <a:gd name="T53" fmla="*/ 530 h 817"/>
              <a:gd name="T54" fmla="*/ 493 w 848"/>
              <a:gd name="T55" fmla="*/ 651 h 817"/>
              <a:gd name="T56" fmla="*/ 623 w 848"/>
              <a:gd name="T57" fmla="*/ 651 h 817"/>
              <a:gd name="T58" fmla="*/ 377 w 848"/>
              <a:gd name="T59" fmla="*/ 652 h 817"/>
              <a:gd name="T60" fmla="*/ 377 w 848"/>
              <a:gd name="T61" fmla="*/ 720 h 817"/>
              <a:gd name="T62" fmla="*/ 377 w 848"/>
              <a:gd name="T63" fmla="*/ 652 h 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48" h="817">
                <a:moveTo>
                  <a:pt x="131" y="545"/>
                </a:moveTo>
                <a:cubicBezTo>
                  <a:pt x="198" y="542"/>
                  <a:pt x="270" y="537"/>
                  <a:pt x="258" y="513"/>
                </a:cubicBezTo>
                <a:cubicBezTo>
                  <a:pt x="249" y="495"/>
                  <a:pt x="212" y="471"/>
                  <a:pt x="175" y="447"/>
                </a:cubicBezTo>
                <a:cubicBezTo>
                  <a:pt x="75" y="381"/>
                  <a:pt x="71" y="349"/>
                  <a:pt x="177" y="289"/>
                </a:cubicBezTo>
                <a:cubicBezTo>
                  <a:pt x="214" y="267"/>
                  <a:pt x="257" y="250"/>
                  <a:pt x="304" y="239"/>
                </a:cubicBezTo>
                <a:cubicBezTo>
                  <a:pt x="272" y="316"/>
                  <a:pt x="272" y="316"/>
                  <a:pt x="272" y="316"/>
                </a:cubicBezTo>
                <a:cubicBezTo>
                  <a:pt x="233" y="327"/>
                  <a:pt x="208" y="351"/>
                  <a:pt x="211" y="376"/>
                </a:cubicBezTo>
                <a:cubicBezTo>
                  <a:pt x="215" y="408"/>
                  <a:pt x="265" y="431"/>
                  <a:pt x="322" y="427"/>
                </a:cubicBezTo>
                <a:cubicBezTo>
                  <a:pt x="379" y="423"/>
                  <a:pt x="422" y="393"/>
                  <a:pt x="418" y="361"/>
                </a:cubicBezTo>
                <a:cubicBezTo>
                  <a:pt x="416" y="347"/>
                  <a:pt x="405" y="334"/>
                  <a:pt x="388" y="325"/>
                </a:cubicBezTo>
                <a:cubicBezTo>
                  <a:pt x="410" y="225"/>
                  <a:pt x="410" y="225"/>
                  <a:pt x="410" y="225"/>
                </a:cubicBezTo>
                <a:cubicBezTo>
                  <a:pt x="585" y="220"/>
                  <a:pt x="746" y="300"/>
                  <a:pt x="793" y="426"/>
                </a:cubicBezTo>
                <a:cubicBezTo>
                  <a:pt x="848" y="576"/>
                  <a:pt x="724" y="733"/>
                  <a:pt x="515" y="778"/>
                </a:cubicBezTo>
                <a:cubicBezTo>
                  <a:pt x="335" y="817"/>
                  <a:pt x="151" y="760"/>
                  <a:pt x="68" y="648"/>
                </a:cubicBezTo>
                <a:cubicBezTo>
                  <a:pt x="0" y="557"/>
                  <a:pt x="40" y="549"/>
                  <a:pt x="131" y="545"/>
                </a:cubicBezTo>
                <a:close/>
                <a:moveTo>
                  <a:pt x="283" y="328"/>
                </a:moveTo>
                <a:cubicBezTo>
                  <a:pt x="272" y="352"/>
                  <a:pt x="263" y="375"/>
                  <a:pt x="255" y="399"/>
                </a:cubicBezTo>
                <a:cubicBezTo>
                  <a:pt x="270" y="405"/>
                  <a:pt x="290" y="409"/>
                  <a:pt x="313" y="409"/>
                </a:cubicBezTo>
                <a:cubicBezTo>
                  <a:pt x="326" y="409"/>
                  <a:pt x="338" y="408"/>
                  <a:pt x="349" y="406"/>
                </a:cubicBezTo>
                <a:cubicBezTo>
                  <a:pt x="353" y="389"/>
                  <a:pt x="358" y="372"/>
                  <a:pt x="362" y="355"/>
                </a:cubicBezTo>
                <a:cubicBezTo>
                  <a:pt x="335" y="346"/>
                  <a:pt x="309" y="337"/>
                  <a:pt x="283" y="328"/>
                </a:cubicBezTo>
                <a:close/>
                <a:moveTo>
                  <a:pt x="358" y="171"/>
                </a:moveTo>
                <a:cubicBezTo>
                  <a:pt x="371" y="175"/>
                  <a:pt x="383" y="179"/>
                  <a:pt x="396" y="184"/>
                </a:cubicBezTo>
                <a:cubicBezTo>
                  <a:pt x="510" y="137"/>
                  <a:pt x="411" y="37"/>
                  <a:pt x="437" y="0"/>
                </a:cubicBezTo>
                <a:cubicBezTo>
                  <a:pt x="395" y="13"/>
                  <a:pt x="301" y="66"/>
                  <a:pt x="358" y="171"/>
                </a:cubicBezTo>
                <a:close/>
                <a:moveTo>
                  <a:pt x="365" y="166"/>
                </a:moveTo>
                <a:cubicBezTo>
                  <a:pt x="331" y="85"/>
                  <a:pt x="366" y="44"/>
                  <a:pt x="423" y="15"/>
                </a:cubicBezTo>
                <a:cubicBezTo>
                  <a:pt x="375" y="54"/>
                  <a:pt x="355" y="104"/>
                  <a:pt x="375" y="169"/>
                </a:cubicBezTo>
                <a:cubicBezTo>
                  <a:pt x="371" y="168"/>
                  <a:pt x="368" y="167"/>
                  <a:pt x="365" y="166"/>
                </a:cubicBezTo>
                <a:close/>
                <a:moveTo>
                  <a:pt x="288" y="320"/>
                </a:moveTo>
                <a:cubicBezTo>
                  <a:pt x="363" y="345"/>
                  <a:pt x="363" y="345"/>
                  <a:pt x="363" y="345"/>
                </a:cubicBezTo>
                <a:cubicBezTo>
                  <a:pt x="394" y="192"/>
                  <a:pt x="394" y="192"/>
                  <a:pt x="394" y="192"/>
                </a:cubicBezTo>
                <a:cubicBezTo>
                  <a:pt x="355" y="179"/>
                  <a:pt x="355" y="179"/>
                  <a:pt x="355" y="179"/>
                </a:cubicBezTo>
                <a:cubicBezTo>
                  <a:pt x="288" y="320"/>
                  <a:pt x="288" y="320"/>
                  <a:pt x="288" y="320"/>
                </a:cubicBezTo>
                <a:close/>
                <a:moveTo>
                  <a:pt x="303" y="313"/>
                </a:moveTo>
                <a:cubicBezTo>
                  <a:pt x="327" y="321"/>
                  <a:pt x="327" y="321"/>
                  <a:pt x="327" y="321"/>
                </a:cubicBezTo>
                <a:cubicBezTo>
                  <a:pt x="370" y="194"/>
                  <a:pt x="370" y="194"/>
                  <a:pt x="370" y="194"/>
                </a:cubicBezTo>
                <a:cubicBezTo>
                  <a:pt x="358" y="189"/>
                  <a:pt x="358" y="189"/>
                  <a:pt x="358" y="189"/>
                </a:cubicBezTo>
                <a:cubicBezTo>
                  <a:pt x="303" y="313"/>
                  <a:pt x="303" y="313"/>
                  <a:pt x="303" y="313"/>
                </a:cubicBezTo>
                <a:close/>
                <a:moveTo>
                  <a:pt x="216" y="598"/>
                </a:moveTo>
                <a:cubicBezTo>
                  <a:pt x="180" y="598"/>
                  <a:pt x="151" y="613"/>
                  <a:pt x="151" y="632"/>
                </a:cubicBezTo>
                <a:cubicBezTo>
                  <a:pt x="151" y="651"/>
                  <a:pt x="180" y="666"/>
                  <a:pt x="216" y="666"/>
                </a:cubicBezTo>
                <a:cubicBezTo>
                  <a:pt x="251" y="666"/>
                  <a:pt x="280" y="651"/>
                  <a:pt x="280" y="632"/>
                </a:cubicBezTo>
                <a:cubicBezTo>
                  <a:pt x="280" y="613"/>
                  <a:pt x="251" y="598"/>
                  <a:pt x="216" y="598"/>
                </a:cubicBezTo>
                <a:close/>
                <a:moveTo>
                  <a:pt x="681" y="422"/>
                </a:moveTo>
                <a:cubicBezTo>
                  <a:pt x="645" y="422"/>
                  <a:pt x="616" y="437"/>
                  <a:pt x="616" y="456"/>
                </a:cubicBezTo>
                <a:cubicBezTo>
                  <a:pt x="616" y="475"/>
                  <a:pt x="645" y="490"/>
                  <a:pt x="681" y="490"/>
                </a:cubicBezTo>
                <a:cubicBezTo>
                  <a:pt x="716" y="490"/>
                  <a:pt x="745" y="475"/>
                  <a:pt x="745" y="456"/>
                </a:cubicBezTo>
                <a:cubicBezTo>
                  <a:pt x="745" y="437"/>
                  <a:pt x="716" y="422"/>
                  <a:pt x="681" y="422"/>
                </a:cubicBezTo>
                <a:close/>
                <a:moveTo>
                  <a:pt x="667" y="530"/>
                </a:moveTo>
                <a:cubicBezTo>
                  <a:pt x="632" y="530"/>
                  <a:pt x="603" y="545"/>
                  <a:pt x="603" y="564"/>
                </a:cubicBezTo>
                <a:cubicBezTo>
                  <a:pt x="603" y="582"/>
                  <a:pt x="632" y="598"/>
                  <a:pt x="667" y="598"/>
                </a:cubicBezTo>
                <a:cubicBezTo>
                  <a:pt x="703" y="598"/>
                  <a:pt x="732" y="582"/>
                  <a:pt x="732" y="564"/>
                </a:cubicBezTo>
                <a:cubicBezTo>
                  <a:pt x="732" y="545"/>
                  <a:pt x="703" y="530"/>
                  <a:pt x="667" y="530"/>
                </a:cubicBezTo>
                <a:close/>
                <a:moveTo>
                  <a:pt x="558" y="617"/>
                </a:moveTo>
                <a:cubicBezTo>
                  <a:pt x="522" y="617"/>
                  <a:pt x="493" y="632"/>
                  <a:pt x="493" y="651"/>
                </a:cubicBezTo>
                <a:cubicBezTo>
                  <a:pt x="493" y="669"/>
                  <a:pt x="522" y="685"/>
                  <a:pt x="558" y="685"/>
                </a:cubicBezTo>
                <a:cubicBezTo>
                  <a:pt x="594" y="685"/>
                  <a:pt x="623" y="669"/>
                  <a:pt x="623" y="651"/>
                </a:cubicBezTo>
                <a:cubicBezTo>
                  <a:pt x="623" y="632"/>
                  <a:pt x="594" y="617"/>
                  <a:pt x="558" y="617"/>
                </a:cubicBezTo>
                <a:close/>
                <a:moveTo>
                  <a:pt x="377" y="652"/>
                </a:moveTo>
                <a:cubicBezTo>
                  <a:pt x="342" y="652"/>
                  <a:pt x="313" y="667"/>
                  <a:pt x="313" y="686"/>
                </a:cubicBezTo>
                <a:cubicBezTo>
                  <a:pt x="313" y="705"/>
                  <a:pt x="342" y="720"/>
                  <a:pt x="377" y="720"/>
                </a:cubicBezTo>
                <a:cubicBezTo>
                  <a:pt x="413" y="720"/>
                  <a:pt x="442" y="705"/>
                  <a:pt x="442" y="686"/>
                </a:cubicBezTo>
                <a:cubicBezTo>
                  <a:pt x="442" y="667"/>
                  <a:pt x="413" y="652"/>
                  <a:pt x="377" y="65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08315" y="3497086"/>
            <a:ext cx="7680018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/>
              <a:t>          以上就是我本科前三年的总结及未来的规划，</a:t>
            </a:r>
            <a:r>
              <a:rPr lang="en-US" altLang="zh-CN" sz="1400"/>
              <a:t>XX</a:t>
            </a:r>
            <a:r>
              <a:rPr lang="zh-CN" altLang="en-US" sz="1400"/>
              <a:t>大学深厚的人文底蕴，悠久的历史积淀和严谨的治学态度深深吸引着我，希望</a:t>
            </a:r>
            <a:r>
              <a:rPr lang="en-US" altLang="zh-CN" sz="1400"/>
              <a:t>xxx</a:t>
            </a:r>
            <a:r>
              <a:rPr lang="zh-CN" altLang="en-US" sz="1400"/>
              <a:t>大学能够成为我人生的下一个起点，让我能够在这样一个学府继续深造，实现自己的学术梦想，并且为贵院贡献自己的力量。 </a:t>
            </a:r>
            <a:endParaRPr lang="zh-CN" altLang="en-US" sz="140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008315" y="963072"/>
          <a:ext cx="7491061" cy="2352702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425793"/>
                <a:gridCol w="1039148"/>
                <a:gridCol w="6026120"/>
              </a:tblGrid>
              <a:tr h="314597">
                <a:tc rowSpan="6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 </a:t>
                      </a:r>
                      <a:endParaRPr lang="en-US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研</a:t>
                      </a:r>
                      <a:endParaRPr lang="en-US" alt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究</a:t>
                      </a:r>
                      <a:endParaRPr lang="en-US" alt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生</a:t>
                      </a:r>
                      <a:endParaRPr lang="en-US" alt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阶</a:t>
                      </a:r>
                      <a:endParaRPr lang="en-US" alt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段</a:t>
                      </a:r>
                      <a:endParaRPr 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专业知识</a:t>
                      </a:r>
                      <a:endParaRPr lang="zh-CN" sz="1400" b="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学好学院安排的专业课程，并且积极拓展学习相关书籍和文献，打好专业基础。</a:t>
                      </a:r>
                      <a:endParaRPr lang="zh-CN" sz="1400" b="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</a:tr>
              <a:tr h="53943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课题研究</a:t>
                      </a:r>
                      <a:endParaRPr 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结合导师研究方向和自身兴趣，确定具体研究方向；</a:t>
                      </a:r>
                      <a:r>
                        <a:rPr lang="zh-CN" sz="1400" kern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积极参加导师项目，培养发现、分析和处理问题的能力，争取成为核心力量。</a:t>
                      </a:r>
                      <a:endParaRPr 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</a:tr>
              <a:tr h="348656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英文技能</a:t>
                      </a:r>
                      <a:endParaRPr 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坚持阅读权威期刊英文文献，锻炼科研所需的英文能力。</a:t>
                      </a:r>
                      <a:endParaRPr 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</a:tr>
              <a:tr h="316351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软件技能</a:t>
                      </a:r>
                      <a:endParaRPr 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深入并且系统学习计量统计和专业软件，熟悉相关操作。</a:t>
                      </a:r>
                      <a:endParaRPr 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</a:tr>
              <a:tr h="328334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实践经验</a:t>
                      </a:r>
                      <a:endParaRPr 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通过相关领域的实践，形成对专业的全方位了解。</a:t>
                      </a:r>
                      <a:endParaRPr 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</a:tr>
              <a:tr h="393211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综合素质</a:t>
                      </a:r>
                      <a:endParaRPr lang="zh-CN" sz="14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提高论文写作能力，注重和培养协作共赢的团队意识。</a:t>
                      </a:r>
                      <a:endParaRPr lang="zh-CN" sz="14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1631" marR="51631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51"/>
          <p:cNvSpPr txBox="1">
            <a:spLocks noChangeArrowheads="1"/>
          </p:cNvSpPr>
          <p:nvPr/>
        </p:nvSpPr>
        <p:spPr bwMode="auto">
          <a:xfrm>
            <a:off x="1561682" y="575758"/>
            <a:ext cx="6141426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3130">
              <a:lnSpc>
                <a:spcPct val="150000"/>
              </a:lnSpc>
              <a:defRPr/>
            </a:pPr>
            <a:r>
              <a:rPr lang="zh-CN" altLang="en-US" sz="4800" b="1">
                <a:solidFill>
                  <a:schemeClr val="accent4"/>
                </a:solidFill>
                <a:latin typeface="+mj-lt"/>
                <a:ea typeface="+mj-ea"/>
              </a:rPr>
              <a:t>演示完毕</a:t>
            </a:r>
            <a:r>
              <a:rPr lang="zh-CN" altLang="en-US" sz="6000" b="1">
                <a:solidFill>
                  <a:schemeClr val="accent4"/>
                </a:solidFill>
                <a:latin typeface="+mj-lt"/>
                <a:ea typeface="+mj-ea"/>
              </a:rPr>
              <a:t> </a:t>
            </a:r>
            <a:endParaRPr lang="zh-CN" altLang="en-US" sz="6000" b="1">
              <a:solidFill>
                <a:schemeClr val="accent4"/>
              </a:solidFill>
              <a:latin typeface="+mj-lt"/>
              <a:ea typeface="+mj-ea"/>
            </a:endParaRPr>
          </a:p>
          <a:p>
            <a:pPr algn="ctr" defTabSz="913130">
              <a:lnSpc>
                <a:spcPct val="150000"/>
              </a:lnSpc>
              <a:defRPr/>
            </a:pPr>
            <a:r>
              <a:rPr lang="zh-CN" altLang="en-US" sz="4400">
                <a:solidFill>
                  <a:schemeClr val="bg1"/>
                </a:solidFill>
                <a:latin typeface="+mj-lt"/>
                <a:ea typeface="+mj-ea"/>
              </a:rPr>
              <a:t>  </a:t>
            </a:r>
            <a:r>
              <a:rPr lang="zh-CN" altLang="en-US" sz="4400" b="1">
                <a:solidFill>
                  <a:schemeClr val="bg1"/>
                </a:solidFill>
                <a:latin typeface="+mj-lt"/>
                <a:ea typeface="+mj-ea"/>
              </a:rPr>
              <a:t>感谢各位老师的倾听！</a:t>
            </a:r>
            <a:endParaRPr lang="zh-CN" altLang="en-US" sz="4400" b="1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3343017" y="3688330"/>
            <a:ext cx="26312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3130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b="1">
                <a:solidFill>
                  <a:schemeClr val="bg1"/>
                </a:solidFill>
                <a:latin typeface="+mn-ea"/>
                <a:ea typeface="+mn-ea"/>
              </a:rPr>
              <a:t>姓名</a:t>
            </a:r>
            <a:endParaRPr lang="zh-CN" altLang="en-US" sz="28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6" name="文本框 456"/>
          <p:cNvSpPr txBox="1"/>
          <p:nvPr/>
        </p:nvSpPr>
        <p:spPr>
          <a:xfrm>
            <a:off x="1783235" y="4477827"/>
            <a:ext cx="797869" cy="2406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0"/>
              </a:spcAft>
            </a:pPr>
            <a:r>
              <a:rPr lang="en-US" sz="1200" kern="12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1998.10</a:t>
            </a:r>
            <a:endParaRPr lang="zh-CN" sz="1200"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文本框 457"/>
          <p:cNvSpPr txBox="1"/>
          <p:nvPr/>
        </p:nvSpPr>
        <p:spPr>
          <a:xfrm>
            <a:off x="2958430" y="4471809"/>
            <a:ext cx="889932" cy="246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0"/>
              </a:spcAft>
            </a:pPr>
            <a:r>
              <a:rPr lang="zh-CN" altLang="en-US" sz="1200" kern="1200">
                <a:solidFill>
                  <a:schemeClr val="bg1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江苏</a:t>
            </a:r>
            <a:r>
              <a:rPr lang="en-US" altLang="zh-CN" sz="1200" kern="1200">
                <a:solidFill>
                  <a:schemeClr val="bg1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200" kern="1200">
                <a:solidFill>
                  <a:schemeClr val="bg1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南京</a:t>
            </a:r>
            <a:endParaRPr lang="zh-CN" altLang="en-US" sz="1200" kern="1200">
              <a:solidFill>
                <a:schemeClr val="bg1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Freeform 9"/>
          <p:cNvSpPr>
            <a:spLocks noEditPoints="1"/>
          </p:cNvSpPr>
          <p:nvPr/>
        </p:nvSpPr>
        <p:spPr bwMode="auto">
          <a:xfrm>
            <a:off x="1561682" y="4457036"/>
            <a:ext cx="236752" cy="261469"/>
          </a:xfrm>
          <a:custGeom>
            <a:avLst/>
            <a:gdLst>
              <a:gd name="T0" fmla="*/ 538 w 544"/>
              <a:gd name="T1" fmla="*/ 594 h 600"/>
              <a:gd name="T2" fmla="*/ 21 w 544"/>
              <a:gd name="T3" fmla="*/ 600 h 600"/>
              <a:gd name="T4" fmla="*/ 0 w 544"/>
              <a:gd name="T5" fmla="*/ 579 h 600"/>
              <a:gd name="T6" fmla="*/ 6 w 544"/>
              <a:gd name="T7" fmla="*/ 68 h 600"/>
              <a:gd name="T8" fmla="*/ 84 w 544"/>
              <a:gd name="T9" fmla="*/ 62 h 600"/>
              <a:gd name="T10" fmla="*/ 147 w 544"/>
              <a:gd name="T11" fmla="*/ 145 h 600"/>
              <a:gd name="T12" fmla="*/ 209 w 544"/>
              <a:gd name="T13" fmla="*/ 62 h 600"/>
              <a:gd name="T14" fmla="*/ 335 w 544"/>
              <a:gd name="T15" fmla="*/ 83 h 600"/>
              <a:gd name="T16" fmla="*/ 460 w 544"/>
              <a:gd name="T17" fmla="*/ 83 h 600"/>
              <a:gd name="T18" fmla="*/ 523 w 544"/>
              <a:gd name="T19" fmla="*/ 62 h 600"/>
              <a:gd name="T20" fmla="*/ 544 w 544"/>
              <a:gd name="T21" fmla="*/ 83 h 600"/>
              <a:gd name="T22" fmla="*/ 502 w 544"/>
              <a:gd name="T23" fmla="*/ 207 h 600"/>
              <a:gd name="T24" fmla="*/ 42 w 544"/>
              <a:gd name="T25" fmla="*/ 558 h 600"/>
              <a:gd name="T26" fmla="*/ 502 w 544"/>
              <a:gd name="T27" fmla="*/ 207 h 600"/>
              <a:gd name="T28" fmla="*/ 84 w 544"/>
              <a:gd name="T29" fmla="*/ 310 h 600"/>
              <a:gd name="T30" fmla="*/ 147 w 544"/>
              <a:gd name="T31" fmla="*/ 248 h 600"/>
              <a:gd name="T32" fmla="*/ 147 w 544"/>
              <a:gd name="T33" fmla="*/ 414 h 600"/>
              <a:gd name="T34" fmla="*/ 84 w 544"/>
              <a:gd name="T35" fmla="*/ 352 h 600"/>
              <a:gd name="T36" fmla="*/ 147 w 544"/>
              <a:gd name="T37" fmla="*/ 414 h 600"/>
              <a:gd name="T38" fmla="*/ 84 w 544"/>
              <a:gd name="T39" fmla="*/ 517 h 600"/>
              <a:gd name="T40" fmla="*/ 147 w 544"/>
              <a:gd name="T41" fmla="*/ 455 h 600"/>
              <a:gd name="T42" fmla="*/ 251 w 544"/>
              <a:gd name="T43" fmla="*/ 310 h 600"/>
              <a:gd name="T44" fmla="*/ 188 w 544"/>
              <a:gd name="T45" fmla="*/ 248 h 600"/>
              <a:gd name="T46" fmla="*/ 251 w 544"/>
              <a:gd name="T47" fmla="*/ 310 h 600"/>
              <a:gd name="T48" fmla="*/ 188 w 544"/>
              <a:gd name="T49" fmla="*/ 414 h 600"/>
              <a:gd name="T50" fmla="*/ 251 w 544"/>
              <a:gd name="T51" fmla="*/ 352 h 600"/>
              <a:gd name="T52" fmla="*/ 251 w 544"/>
              <a:gd name="T53" fmla="*/ 517 h 600"/>
              <a:gd name="T54" fmla="*/ 188 w 544"/>
              <a:gd name="T55" fmla="*/ 455 h 600"/>
              <a:gd name="T56" fmla="*/ 251 w 544"/>
              <a:gd name="T57" fmla="*/ 517 h 600"/>
              <a:gd name="T58" fmla="*/ 293 w 544"/>
              <a:gd name="T59" fmla="*/ 310 h 600"/>
              <a:gd name="T60" fmla="*/ 356 w 544"/>
              <a:gd name="T61" fmla="*/ 248 h 600"/>
              <a:gd name="T62" fmla="*/ 356 w 544"/>
              <a:gd name="T63" fmla="*/ 414 h 600"/>
              <a:gd name="T64" fmla="*/ 293 w 544"/>
              <a:gd name="T65" fmla="*/ 352 h 600"/>
              <a:gd name="T66" fmla="*/ 356 w 544"/>
              <a:gd name="T67" fmla="*/ 414 h 600"/>
              <a:gd name="T68" fmla="*/ 293 w 544"/>
              <a:gd name="T69" fmla="*/ 517 h 600"/>
              <a:gd name="T70" fmla="*/ 356 w 544"/>
              <a:gd name="T71" fmla="*/ 455 h 600"/>
              <a:gd name="T72" fmla="*/ 460 w 544"/>
              <a:gd name="T73" fmla="*/ 310 h 600"/>
              <a:gd name="T74" fmla="*/ 397 w 544"/>
              <a:gd name="T75" fmla="*/ 248 h 600"/>
              <a:gd name="T76" fmla="*/ 460 w 544"/>
              <a:gd name="T77" fmla="*/ 310 h 600"/>
              <a:gd name="T78" fmla="*/ 397 w 544"/>
              <a:gd name="T79" fmla="*/ 414 h 600"/>
              <a:gd name="T80" fmla="*/ 460 w 544"/>
              <a:gd name="T81" fmla="*/ 352 h 600"/>
              <a:gd name="T82" fmla="*/ 460 w 544"/>
              <a:gd name="T83" fmla="*/ 517 h 600"/>
              <a:gd name="T84" fmla="*/ 397 w 544"/>
              <a:gd name="T85" fmla="*/ 455 h 600"/>
              <a:gd name="T86" fmla="*/ 460 w 544"/>
              <a:gd name="T87" fmla="*/ 517 h 600"/>
              <a:gd name="T88" fmla="*/ 356 w 544"/>
              <a:gd name="T89" fmla="*/ 84 h 600"/>
              <a:gd name="T90" fmla="*/ 397 w 544"/>
              <a:gd name="T91" fmla="*/ 0 h 600"/>
              <a:gd name="T92" fmla="*/ 438 w 544"/>
              <a:gd name="T93" fmla="*/ 84 h 600"/>
              <a:gd name="T94" fmla="*/ 146 w 544"/>
              <a:gd name="T95" fmla="*/ 124 h 600"/>
              <a:gd name="T96" fmla="*/ 105 w 544"/>
              <a:gd name="T97" fmla="*/ 41 h 600"/>
              <a:gd name="T98" fmla="*/ 187 w 544"/>
              <a:gd name="T99" fmla="*/ 41 h 600"/>
              <a:gd name="T100" fmla="*/ 146 w 544"/>
              <a:gd name="T101" fmla="*/ 124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544" h="600">
                <a:moveTo>
                  <a:pt x="544" y="579"/>
                </a:moveTo>
                <a:cubicBezTo>
                  <a:pt x="544" y="584"/>
                  <a:pt x="542" y="590"/>
                  <a:pt x="538" y="594"/>
                </a:cubicBezTo>
                <a:cubicBezTo>
                  <a:pt x="534" y="598"/>
                  <a:pt x="528" y="600"/>
                  <a:pt x="523" y="600"/>
                </a:cubicBezTo>
                <a:cubicBezTo>
                  <a:pt x="21" y="600"/>
                  <a:pt x="21" y="600"/>
                  <a:pt x="21" y="600"/>
                </a:cubicBezTo>
                <a:cubicBezTo>
                  <a:pt x="16" y="600"/>
                  <a:pt x="10" y="598"/>
                  <a:pt x="6" y="594"/>
                </a:cubicBezTo>
                <a:cubicBezTo>
                  <a:pt x="2" y="590"/>
                  <a:pt x="0" y="584"/>
                  <a:pt x="0" y="579"/>
                </a:cubicBezTo>
                <a:cubicBezTo>
                  <a:pt x="0" y="83"/>
                  <a:pt x="0" y="83"/>
                  <a:pt x="0" y="83"/>
                </a:cubicBezTo>
                <a:cubicBezTo>
                  <a:pt x="0" y="77"/>
                  <a:pt x="2" y="72"/>
                  <a:pt x="6" y="68"/>
                </a:cubicBezTo>
                <a:cubicBezTo>
                  <a:pt x="10" y="64"/>
                  <a:pt x="16" y="62"/>
                  <a:pt x="21" y="62"/>
                </a:cubicBezTo>
                <a:cubicBezTo>
                  <a:pt x="84" y="62"/>
                  <a:pt x="84" y="62"/>
                  <a:pt x="84" y="62"/>
                </a:cubicBezTo>
                <a:cubicBezTo>
                  <a:pt x="84" y="83"/>
                  <a:pt x="84" y="83"/>
                  <a:pt x="84" y="83"/>
                </a:cubicBezTo>
                <a:cubicBezTo>
                  <a:pt x="84" y="117"/>
                  <a:pt x="112" y="145"/>
                  <a:pt x="147" y="145"/>
                </a:cubicBezTo>
                <a:cubicBezTo>
                  <a:pt x="181" y="145"/>
                  <a:pt x="209" y="117"/>
                  <a:pt x="209" y="83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335" y="62"/>
                  <a:pt x="335" y="62"/>
                  <a:pt x="335" y="62"/>
                </a:cubicBezTo>
                <a:cubicBezTo>
                  <a:pt x="335" y="83"/>
                  <a:pt x="335" y="83"/>
                  <a:pt x="335" y="83"/>
                </a:cubicBezTo>
                <a:cubicBezTo>
                  <a:pt x="335" y="117"/>
                  <a:pt x="363" y="145"/>
                  <a:pt x="397" y="145"/>
                </a:cubicBezTo>
                <a:cubicBezTo>
                  <a:pt x="432" y="145"/>
                  <a:pt x="460" y="117"/>
                  <a:pt x="460" y="83"/>
                </a:cubicBezTo>
                <a:cubicBezTo>
                  <a:pt x="460" y="62"/>
                  <a:pt x="460" y="62"/>
                  <a:pt x="460" y="62"/>
                </a:cubicBezTo>
                <a:cubicBezTo>
                  <a:pt x="523" y="62"/>
                  <a:pt x="523" y="62"/>
                  <a:pt x="523" y="62"/>
                </a:cubicBezTo>
                <a:cubicBezTo>
                  <a:pt x="528" y="62"/>
                  <a:pt x="534" y="64"/>
                  <a:pt x="538" y="68"/>
                </a:cubicBezTo>
                <a:cubicBezTo>
                  <a:pt x="542" y="72"/>
                  <a:pt x="544" y="77"/>
                  <a:pt x="544" y="83"/>
                </a:cubicBezTo>
                <a:cubicBezTo>
                  <a:pt x="544" y="579"/>
                  <a:pt x="544" y="579"/>
                  <a:pt x="544" y="579"/>
                </a:cubicBezTo>
                <a:close/>
                <a:moveTo>
                  <a:pt x="502" y="207"/>
                </a:moveTo>
                <a:cubicBezTo>
                  <a:pt x="42" y="207"/>
                  <a:pt x="42" y="207"/>
                  <a:pt x="42" y="207"/>
                </a:cubicBezTo>
                <a:cubicBezTo>
                  <a:pt x="42" y="558"/>
                  <a:pt x="42" y="558"/>
                  <a:pt x="42" y="558"/>
                </a:cubicBezTo>
                <a:cubicBezTo>
                  <a:pt x="502" y="558"/>
                  <a:pt x="502" y="558"/>
                  <a:pt x="502" y="558"/>
                </a:cubicBezTo>
                <a:cubicBezTo>
                  <a:pt x="502" y="207"/>
                  <a:pt x="502" y="207"/>
                  <a:pt x="502" y="207"/>
                </a:cubicBezTo>
                <a:close/>
                <a:moveTo>
                  <a:pt x="147" y="310"/>
                </a:moveTo>
                <a:cubicBezTo>
                  <a:pt x="84" y="310"/>
                  <a:pt x="84" y="310"/>
                  <a:pt x="84" y="310"/>
                </a:cubicBezTo>
                <a:cubicBezTo>
                  <a:pt x="84" y="248"/>
                  <a:pt x="84" y="248"/>
                  <a:pt x="84" y="248"/>
                </a:cubicBezTo>
                <a:cubicBezTo>
                  <a:pt x="147" y="248"/>
                  <a:pt x="147" y="248"/>
                  <a:pt x="147" y="248"/>
                </a:cubicBezTo>
                <a:lnTo>
                  <a:pt x="147" y="310"/>
                </a:lnTo>
                <a:close/>
                <a:moveTo>
                  <a:pt x="147" y="414"/>
                </a:moveTo>
                <a:cubicBezTo>
                  <a:pt x="84" y="414"/>
                  <a:pt x="84" y="414"/>
                  <a:pt x="84" y="414"/>
                </a:cubicBezTo>
                <a:cubicBezTo>
                  <a:pt x="84" y="352"/>
                  <a:pt x="84" y="352"/>
                  <a:pt x="84" y="352"/>
                </a:cubicBezTo>
                <a:cubicBezTo>
                  <a:pt x="147" y="352"/>
                  <a:pt x="147" y="352"/>
                  <a:pt x="147" y="352"/>
                </a:cubicBezTo>
                <a:lnTo>
                  <a:pt x="147" y="414"/>
                </a:lnTo>
                <a:close/>
                <a:moveTo>
                  <a:pt x="147" y="517"/>
                </a:moveTo>
                <a:cubicBezTo>
                  <a:pt x="84" y="517"/>
                  <a:pt x="84" y="517"/>
                  <a:pt x="84" y="517"/>
                </a:cubicBezTo>
                <a:cubicBezTo>
                  <a:pt x="84" y="455"/>
                  <a:pt x="84" y="455"/>
                  <a:pt x="84" y="455"/>
                </a:cubicBezTo>
                <a:cubicBezTo>
                  <a:pt x="147" y="455"/>
                  <a:pt x="147" y="455"/>
                  <a:pt x="147" y="455"/>
                </a:cubicBezTo>
                <a:lnTo>
                  <a:pt x="147" y="517"/>
                </a:lnTo>
                <a:close/>
                <a:moveTo>
                  <a:pt x="251" y="310"/>
                </a:moveTo>
                <a:cubicBezTo>
                  <a:pt x="188" y="310"/>
                  <a:pt x="188" y="310"/>
                  <a:pt x="188" y="310"/>
                </a:cubicBezTo>
                <a:cubicBezTo>
                  <a:pt x="188" y="248"/>
                  <a:pt x="188" y="248"/>
                  <a:pt x="188" y="248"/>
                </a:cubicBezTo>
                <a:cubicBezTo>
                  <a:pt x="251" y="248"/>
                  <a:pt x="251" y="248"/>
                  <a:pt x="251" y="248"/>
                </a:cubicBezTo>
                <a:lnTo>
                  <a:pt x="251" y="310"/>
                </a:lnTo>
                <a:close/>
                <a:moveTo>
                  <a:pt x="251" y="414"/>
                </a:moveTo>
                <a:cubicBezTo>
                  <a:pt x="188" y="414"/>
                  <a:pt x="188" y="414"/>
                  <a:pt x="188" y="414"/>
                </a:cubicBezTo>
                <a:cubicBezTo>
                  <a:pt x="188" y="352"/>
                  <a:pt x="188" y="352"/>
                  <a:pt x="188" y="352"/>
                </a:cubicBezTo>
                <a:cubicBezTo>
                  <a:pt x="251" y="352"/>
                  <a:pt x="251" y="352"/>
                  <a:pt x="251" y="352"/>
                </a:cubicBezTo>
                <a:lnTo>
                  <a:pt x="251" y="414"/>
                </a:lnTo>
                <a:close/>
                <a:moveTo>
                  <a:pt x="251" y="517"/>
                </a:moveTo>
                <a:cubicBezTo>
                  <a:pt x="188" y="517"/>
                  <a:pt x="188" y="517"/>
                  <a:pt x="188" y="517"/>
                </a:cubicBezTo>
                <a:cubicBezTo>
                  <a:pt x="188" y="455"/>
                  <a:pt x="188" y="455"/>
                  <a:pt x="188" y="455"/>
                </a:cubicBezTo>
                <a:cubicBezTo>
                  <a:pt x="251" y="455"/>
                  <a:pt x="251" y="455"/>
                  <a:pt x="251" y="455"/>
                </a:cubicBezTo>
                <a:lnTo>
                  <a:pt x="251" y="517"/>
                </a:lnTo>
                <a:close/>
                <a:moveTo>
                  <a:pt x="356" y="310"/>
                </a:moveTo>
                <a:cubicBezTo>
                  <a:pt x="293" y="310"/>
                  <a:pt x="293" y="310"/>
                  <a:pt x="293" y="310"/>
                </a:cubicBezTo>
                <a:cubicBezTo>
                  <a:pt x="293" y="248"/>
                  <a:pt x="293" y="248"/>
                  <a:pt x="293" y="248"/>
                </a:cubicBezTo>
                <a:cubicBezTo>
                  <a:pt x="356" y="248"/>
                  <a:pt x="356" y="248"/>
                  <a:pt x="356" y="248"/>
                </a:cubicBezTo>
                <a:lnTo>
                  <a:pt x="356" y="310"/>
                </a:lnTo>
                <a:close/>
                <a:moveTo>
                  <a:pt x="356" y="414"/>
                </a:moveTo>
                <a:cubicBezTo>
                  <a:pt x="293" y="414"/>
                  <a:pt x="293" y="414"/>
                  <a:pt x="293" y="414"/>
                </a:cubicBezTo>
                <a:cubicBezTo>
                  <a:pt x="293" y="352"/>
                  <a:pt x="293" y="352"/>
                  <a:pt x="293" y="352"/>
                </a:cubicBezTo>
                <a:cubicBezTo>
                  <a:pt x="356" y="352"/>
                  <a:pt x="356" y="352"/>
                  <a:pt x="356" y="352"/>
                </a:cubicBezTo>
                <a:lnTo>
                  <a:pt x="356" y="414"/>
                </a:lnTo>
                <a:close/>
                <a:moveTo>
                  <a:pt x="356" y="517"/>
                </a:moveTo>
                <a:cubicBezTo>
                  <a:pt x="293" y="517"/>
                  <a:pt x="293" y="517"/>
                  <a:pt x="293" y="517"/>
                </a:cubicBezTo>
                <a:cubicBezTo>
                  <a:pt x="293" y="455"/>
                  <a:pt x="293" y="455"/>
                  <a:pt x="293" y="455"/>
                </a:cubicBezTo>
                <a:cubicBezTo>
                  <a:pt x="356" y="455"/>
                  <a:pt x="356" y="455"/>
                  <a:pt x="356" y="455"/>
                </a:cubicBezTo>
                <a:lnTo>
                  <a:pt x="356" y="517"/>
                </a:lnTo>
                <a:close/>
                <a:moveTo>
                  <a:pt x="460" y="310"/>
                </a:moveTo>
                <a:cubicBezTo>
                  <a:pt x="397" y="310"/>
                  <a:pt x="397" y="310"/>
                  <a:pt x="397" y="310"/>
                </a:cubicBezTo>
                <a:cubicBezTo>
                  <a:pt x="397" y="248"/>
                  <a:pt x="397" y="248"/>
                  <a:pt x="397" y="248"/>
                </a:cubicBezTo>
                <a:cubicBezTo>
                  <a:pt x="460" y="248"/>
                  <a:pt x="460" y="248"/>
                  <a:pt x="460" y="248"/>
                </a:cubicBezTo>
                <a:lnTo>
                  <a:pt x="460" y="310"/>
                </a:lnTo>
                <a:close/>
                <a:moveTo>
                  <a:pt x="460" y="414"/>
                </a:moveTo>
                <a:cubicBezTo>
                  <a:pt x="397" y="414"/>
                  <a:pt x="397" y="414"/>
                  <a:pt x="397" y="414"/>
                </a:cubicBezTo>
                <a:cubicBezTo>
                  <a:pt x="397" y="352"/>
                  <a:pt x="397" y="352"/>
                  <a:pt x="397" y="352"/>
                </a:cubicBezTo>
                <a:cubicBezTo>
                  <a:pt x="460" y="352"/>
                  <a:pt x="460" y="352"/>
                  <a:pt x="460" y="352"/>
                </a:cubicBezTo>
                <a:lnTo>
                  <a:pt x="460" y="414"/>
                </a:lnTo>
                <a:close/>
                <a:moveTo>
                  <a:pt x="460" y="517"/>
                </a:moveTo>
                <a:cubicBezTo>
                  <a:pt x="397" y="517"/>
                  <a:pt x="397" y="517"/>
                  <a:pt x="397" y="517"/>
                </a:cubicBezTo>
                <a:cubicBezTo>
                  <a:pt x="397" y="455"/>
                  <a:pt x="397" y="455"/>
                  <a:pt x="397" y="455"/>
                </a:cubicBezTo>
                <a:cubicBezTo>
                  <a:pt x="460" y="455"/>
                  <a:pt x="460" y="455"/>
                  <a:pt x="460" y="455"/>
                </a:cubicBezTo>
                <a:lnTo>
                  <a:pt x="460" y="517"/>
                </a:lnTo>
                <a:close/>
                <a:moveTo>
                  <a:pt x="397" y="124"/>
                </a:moveTo>
                <a:cubicBezTo>
                  <a:pt x="374" y="124"/>
                  <a:pt x="356" y="106"/>
                  <a:pt x="356" y="84"/>
                </a:cubicBezTo>
                <a:cubicBezTo>
                  <a:pt x="356" y="41"/>
                  <a:pt x="356" y="41"/>
                  <a:pt x="356" y="41"/>
                </a:cubicBezTo>
                <a:cubicBezTo>
                  <a:pt x="356" y="18"/>
                  <a:pt x="374" y="0"/>
                  <a:pt x="397" y="0"/>
                </a:cubicBezTo>
                <a:cubicBezTo>
                  <a:pt x="419" y="0"/>
                  <a:pt x="438" y="18"/>
                  <a:pt x="438" y="41"/>
                </a:cubicBezTo>
                <a:cubicBezTo>
                  <a:pt x="438" y="84"/>
                  <a:pt x="438" y="84"/>
                  <a:pt x="438" y="84"/>
                </a:cubicBezTo>
                <a:cubicBezTo>
                  <a:pt x="438" y="106"/>
                  <a:pt x="419" y="124"/>
                  <a:pt x="397" y="124"/>
                </a:cubicBezTo>
                <a:close/>
                <a:moveTo>
                  <a:pt x="146" y="124"/>
                </a:moveTo>
                <a:cubicBezTo>
                  <a:pt x="123" y="124"/>
                  <a:pt x="105" y="106"/>
                  <a:pt x="105" y="84"/>
                </a:cubicBezTo>
                <a:cubicBezTo>
                  <a:pt x="105" y="41"/>
                  <a:pt x="105" y="41"/>
                  <a:pt x="105" y="41"/>
                </a:cubicBezTo>
                <a:cubicBezTo>
                  <a:pt x="105" y="18"/>
                  <a:pt x="123" y="0"/>
                  <a:pt x="146" y="0"/>
                </a:cubicBezTo>
                <a:cubicBezTo>
                  <a:pt x="169" y="0"/>
                  <a:pt x="187" y="18"/>
                  <a:pt x="187" y="41"/>
                </a:cubicBezTo>
                <a:cubicBezTo>
                  <a:pt x="187" y="84"/>
                  <a:pt x="187" y="84"/>
                  <a:pt x="187" y="84"/>
                </a:cubicBezTo>
                <a:cubicBezTo>
                  <a:pt x="187" y="106"/>
                  <a:pt x="169" y="124"/>
                  <a:pt x="146" y="124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Freeform 13"/>
          <p:cNvSpPr>
            <a:spLocks noEditPoints="1"/>
          </p:cNvSpPr>
          <p:nvPr/>
        </p:nvSpPr>
        <p:spPr bwMode="auto">
          <a:xfrm>
            <a:off x="2672511" y="4469295"/>
            <a:ext cx="209475" cy="236949"/>
          </a:xfrm>
          <a:custGeom>
            <a:avLst/>
            <a:gdLst>
              <a:gd name="T0" fmla="*/ 487 w 616"/>
              <a:gd name="T1" fmla="*/ 477 h 702"/>
              <a:gd name="T2" fmla="*/ 462 w 616"/>
              <a:gd name="T3" fmla="*/ 492 h 702"/>
              <a:gd name="T4" fmla="*/ 476 w 616"/>
              <a:gd name="T5" fmla="*/ 517 h 702"/>
              <a:gd name="T6" fmla="*/ 575 w 616"/>
              <a:gd name="T7" fmla="*/ 579 h 702"/>
              <a:gd name="T8" fmla="*/ 505 w 616"/>
              <a:gd name="T9" fmla="*/ 632 h 702"/>
              <a:gd name="T10" fmla="*/ 308 w 616"/>
              <a:gd name="T11" fmla="*/ 661 h 702"/>
              <a:gd name="T12" fmla="*/ 112 w 616"/>
              <a:gd name="T13" fmla="*/ 632 h 702"/>
              <a:gd name="T14" fmla="*/ 41 w 616"/>
              <a:gd name="T15" fmla="*/ 579 h 702"/>
              <a:gd name="T16" fmla="*/ 140 w 616"/>
              <a:gd name="T17" fmla="*/ 517 h 702"/>
              <a:gd name="T18" fmla="*/ 155 w 616"/>
              <a:gd name="T19" fmla="*/ 492 h 702"/>
              <a:gd name="T20" fmla="*/ 129 w 616"/>
              <a:gd name="T21" fmla="*/ 477 h 702"/>
              <a:gd name="T22" fmla="*/ 0 w 616"/>
              <a:gd name="T23" fmla="*/ 579 h 702"/>
              <a:gd name="T24" fmla="*/ 30 w 616"/>
              <a:gd name="T25" fmla="*/ 635 h 702"/>
              <a:gd name="T26" fmla="*/ 98 w 616"/>
              <a:gd name="T27" fmla="*/ 671 h 702"/>
              <a:gd name="T28" fmla="*/ 308 w 616"/>
              <a:gd name="T29" fmla="*/ 702 h 702"/>
              <a:gd name="T30" fmla="*/ 518 w 616"/>
              <a:gd name="T31" fmla="*/ 671 h 702"/>
              <a:gd name="T32" fmla="*/ 586 w 616"/>
              <a:gd name="T33" fmla="*/ 635 h 702"/>
              <a:gd name="T34" fmla="*/ 616 w 616"/>
              <a:gd name="T35" fmla="*/ 579 h 702"/>
              <a:gd name="T36" fmla="*/ 487 w 616"/>
              <a:gd name="T37" fmla="*/ 477 h 702"/>
              <a:gd name="T38" fmla="*/ 487 w 616"/>
              <a:gd name="T39" fmla="*/ 477 h 702"/>
              <a:gd name="T40" fmla="*/ 487 w 616"/>
              <a:gd name="T41" fmla="*/ 477 h 702"/>
              <a:gd name="T42" fmla="*/ 246 w 616"/>
              <a:gd name="T43" fmla="*/ 570 h 702"/>
              <a:gd name="T44" fmla="*/ 308 w 616"/>
              <a:gd name="T45" fmla="*/ 599 h 702"/>
              <a:gd name="T46" fmla="*/ 308 w 616"/>
              <a:gd name="T47" fmla="*/ 599 h 702"/>
              <a:gd name="T48" fmla="*/ 371 w 616"/>
              <a:gd name="T49" fmla="*/ 570 h 702"/>
              <a:gd name="T50" fmla="*/ 460 w 616"/>
              <a:gd name="T51" fmla="*/ 458 h 702"/>
              <a:gd name="T52" fmla="*/ 552 w 616"/>
              <a:gd name="T53" fmla="*/ 244 h 702"/>
              <a:gd name="T54" fmla="*/ 533 w 616"/>
              <a:gd name="T55" fmla="*/ 149 h 702"/>
              <a:gd name="T56" fmla="*/ 481 w 616"/>
              <a:gd name="T57" fmla="*/ 71 h 702"/>
              <a:gd name="T58" fmla="*/ 403 w 616"/>
              <a:gd name="T59" fmla="*/ 19 h 702"/>
              <a:gd name="T60" fmla="*/ 308 w 616"/>
              <a:gd name="T61" fmla="*/ 0 h 702"/>
              <a:gd name="T62" fmla="*/ 213 w 616"/>
              <a:gd name="T63" fmla="*/ 19 h 702"/>
              <a:gd name="T64" fmla="*/ 136 w 616"/>
              <a:gd name="T65" fmla="*/ 71 h 702"/>
              <a:gd name="T66" fmla="*/ 83 w 616"/>
              <a:gd name="T67" fmla="*/ 149 h 702"/>
              <a:gd name="T68" fmla="*/ 64 w 616"/>
              <a:gd name="T69" fmla="*/ 244 h 702"/>
              <a:gd name="T70" fmla="*/ 157 w 616"/>
              <a:gd name="T71" fmla="*/ 458 h 702"/>
              <a:gd name="T72" fmla="*/ 246 w 616"/>
              <a:gd name="T73" fmla="*/ 570 h 702"/>
              <a:gd name="T74" fmla="*/ 246 w 616"/>
              <a:gd name="T75" fmla="*/ 570 h 702"/>
              <a:gd name="T76" fmla="*/ 246 w 616"/>
              <a:gd name="T77" fmla="*/ 570 h 702"/>
              <a:gd name="T78" fmla="*/ 214 w 616"/>
              <a:gd name="T79" fmla="*/ 237 h 702"/>
              <a:gd name="T80" fmla="*/ 311 w 616"/>
              <a:gd name="T81" fmla="*/ 139 h 702"/>
              <a:gd name="T82" fmla="*/ 409 w 616"/>
              <a:gd name="T83" fmla="*/ 237 h 702"/>
              <a:gd name="T84" fmla="*/ 311 w 616"/>
              <a:gd name="T85" fmla="*/ 334 h 702"/>
              <a:gd name="T86" fmla="*/ 214 w 616"/>
              <a:gd name="T87" fmla="*/ 237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16" h="702">
                <a:moveTo>
                  <a:pt x="487" y="477"/>
                </a:moveTo>
                <a:cubicBezTo>
                  <a:pt x="476" y="474"/>
                  <a:pt x="465" y="481"/>
                  <a:pt x="462" y="492"/>
                </a:cubicBezTo>
                <a:cubicBezTo>
                  <a:pt x="459" y="503"/>
                  <a:pt x="465" y="514"/>
                  <a:pt x="476" y="517"/>
                </a:cubicBezTo>
                <a:cubicBezTo>
                  <a:pt x="545" y="535"/>
                  <a:pt x="575" y="561"/>
                  <a:pt x="575" y="579"/>
                </a:cubicBezTo>
                <a:cubicBezTo>
                  <a:pt x="575" y="593"/>
                  <a:pt x="557" y="614"/>
                  <a:pt x="505" y="632"/>
                </a:cubicBezTo>
                <a:cubicBezTo>
                  <a:pt x="452" y="651"/>
                  <a:pt x="383" y="661"/>
                  <a:pt x="308" y="661"/>
                </a:cubicBezTo>
                <a:cubicBezTo>
                  <a:pt x="234" y="661"/>
                  <a:pt x="164" y="651"/>
                  <a:pt x="112" y="632"/>
                </a:cubicBezTo>
                <a:cubicBezTo>
                  <a:pt x="60" y="614"/>
                  <a:pt x="41" y="593"/>
                  <a:pt x="41" y="579"/>
                </a:cubicBezTo>
                <a:cubicBezTo>
                  <a:pt x="41" y="561"/>
                  <a:pt x="72" y="535"/>
                  <a:pt x="140" y="517"/>
                </a:cubicBezTo>
                <a:cubicBezTo>
                  <a:pt x="151" y="514"/>
                  <a:pt x="158" y="503"/>
                  <a:pt x="155" y="492"/>
                </a:cubicBezTo>
                <a:cubicBezTo>
                  <a:pt x="152" y="481"/>
                  <a:pt x="140" y="474"/>
                  <a:pt x="129" y="477"/>
                </a:cubicBezTo>
                <a:cubicBezTo>
                  <a:pt x="46" y="500"/>
                  <a:pt x="0" y="536"/>
                  <a:pt x="0" y="579"/>
                </a:cubicBezTo>
                <a:cubicBezTo>
                  <a:pt x="0" y="604"/>
                  <a:pt x="16" y="623"/>
                  <a:pt x="30" y="635"/>
                </a:cubicBezTo>
                <a:cubicBezTo>
                  <a:pt x="46" y="648"/>
                  <a:pt x="69" y="661"/>
                  <a:pt x="98" y="671"/>
                </a:cubicBezTo>
                <a:cubicBezTo>
                  <a:pt x="154" y="691"/>
                  <a:pt x="229" y="702"/>
                  <a:pt x="308" y="702"/>
                </a:cubicBezTo>
                <a:cubicBezTo>
                  <a:pt x="387" y="702"/>
                  <a:pt x="462" y="691"/>
                  <a:pt x="518" y="671"/>
                </a:cubicBezTo>
                <a:cubicBezTo>
                  <a:pt x="547" y="661"/>
                  <a:pt x="570" y="648"/>
                  <a:pt x="586" y="635"/>
                </a:cubicBezTo>
                <a:cubicBezTo>
                  <a:pt x="600" y="623"/>
                  <a:pt x="616" y="604"/>
                  <a:pt x="616" y="579"/>
                </a:cubicBezTo>
                <a:cubicBezTo>
                  <a:pt x="616" y="536"/>
                  <a:pt x="570" y="500"/>
                  <a:pt x="487" y="477"/>
                </a:cubicBezTo>
                <a:cubicBezTo>
                  <a:pt x="487" y="477"/>
                  <a:pt x="487" y="477"/>
                  <a:pt x="487" y="477"/>
                </a:cubicBezTo>
                <a:cubicBezTo>
                  <a:pt x="487" y="477"/>
                  <a:pt x="487" y="477"/>
                  <a:pt x="487" y="477"/>
                </a:cubicBezTo>
                <a:close/>
                <a:moveTo>
                  <a:pt x="246" y="570"/>
                </a:moveTo>
                <a:cubicBezTo>
                  <a:pt x="262" y="589"/>
                  <a:pt x="285" y="599"/>
                  <a:pt x="308" y="599"/>
                </a:cubicBezTo>
                <a:cubicBezTo>
                  <a:pt x="308" y="599"/>
                  <a:pt x="308" y="599"/>
                  <a:pt x="308" y="599"/>
                </a:cubicBezTo>
                <a:cubicBezTo>
                  <a:pt x="332" y="599"/>
                  <a:pt x="355" y="589"/>
                  <a:pt x="371" y="570"/>
                </a:cubicBezTo>
                <a:cubicBezTo>
                  <a:pt x="376" y="564"/>
                  <a:pt x="417" y="519"/>
                  <a:pt x="460" y="458"/>
                </a:cubicBezTo>
                <a:cubicBezTo>
                  <a:pt x="521" y="371"/>
                  <a:pt x="552" y="299"/>
                  <a:pt x="552" y="244"/>
                </a:cubicBezTo>
                <a:cubicBezTo>
                  <a:pt x="552" y="211"/>
                  <a:pt x="546" y="179"/>
                  <a:pt x="533" y="149"/>
                </a:cubicBezTo>
                <a:cubicBezTo>
                  <a:pt x="521" y="120"/>
                  <a:pt x="503" y="94"/>
                  <a:pt x="481" y="71"/>
                </a:cubicBezTo>
                <a:cubicBezTo>
                  <a:pt x="458" y="49"/>
                  <a:pt x="432" y="31"/>
                  <a:pt x="403" y="19"/>
                </a:cubicBezTo>
                <a:cubicBezTo>
                  <a:pt x="373" y="6"/>
                  <a:pt x="341" y="0"/>
                  <a:pt x="308" y="0"/>
                </a:cubicBezTo>
                <a:cubicBezTo>
                  <a:pt x="275" y="0"/>
                  <a:pt x="243" y="6"/>
                  <a:pt x="213" y="19"/>
                </a:cubicBezTo>
                <a:cubicBezTo>
                  <a:pt x="184" y="31"/>
                  <a:pt x="158" y="49"/>
                  <a:pt x="136" y="71"/>
                </a:cubicBezTo>
                <a:cubicBezTo>
                  <a:pt x="113" y="94"/>
                  <a:pt x="96" y="120"/>
                  <a:pt x="83" y="149"/>
                </a:cubicBezTo>
                <a:cubicBezTo>
                  <a:pt x="71" y="179"/>
                  <a:pt x="64" y="211"/>
                  <a:pt x="64" y="244"/>
                </a:cubicBezTo>
                <a:cubicBezTo>
                  <a:pt x="64" y="299"/>
                  <a:pt x="95" y="371"/>
                  <a:pt x="157" y="458"/>
                </a:cubicBezTo>
                <a:cubicBezTo>
                  <a:pt x="199" y="519"/>
                  <a:pt x="241" y="565"/>
                  <a:pt x="246" y="570"/>
                </a:cubicBezTo>
                <a:cubicBezTo>
                  <a:pt x="246" y="570"/>
                  <a:pt x="246" y="570"/>
                  <a:pt x="246" y="570"/>
                </a:cubicBezTo>
                <a:cubicBezTo>
                  <a:pt x="246" y="570"/>
                  <a:pt x="246" y="570"/>
                  <a:pt x="246" y="570"/>
                </a:cubicBezTo>
                <a:close/>
                <a:moveTo>
                  <a:pt x="214" y="237"/>
                </a:moveTo>
                <a:cubicBezTo>
                  <a:pt x="214" y="183"/>
                  <a:pt x="257" y="139"/>
                  <a:pt x="311" y="139"/>
                </a:cubicBezTo>
                <a:cubicBezTo>
                  <a:pt x="365" y="139"/>
                  <a:pt x="409" y="183"/>
                  <a:pt x="409" y="237"/>
                </a:cubicBezTo>
                <a:cubicBezTo>
                  <a:pt x="409" y="291"/>
                  <a:pt x="365" y="334"/>
                  <a:pt x="311" y="334"/>
                </a:cubicBezTo>
                <a:cubicBezTo>
                  <a:pt x="257" y="334"/>
                  <a:pt x="214" y="291"/>
                  <a:pt x="214" y="237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AutoShape 83"/>
          <p:cNvSpPr/>
          <p:nvPr/>
        </p:nvSpPr>
        <p:spPr bwMode="auto">
          <a:xfrm>
            <a:off x="4055342" y="4519655"/>
            <a:ext cx="284991" cy="18676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1610" y="13990"/>
                </a:moveTo>
                <a:cubicBezTo>
                  <a:pt x="11373" y="14259"/>
                  <a:pt x="11093" y="14400"/>
                  <a:pt x="10800" y="14400"/>
                </a:cubicBezTo>
                <a:cubicBezTo>
                  <a:pt x="10505" y="14400"/>
                  <a:pt x="10225" y="14259"/>
                  <a:pt x="9990" y="13990"/>
                </a:cubicBezTo>
                <a:lnTo>
                  <a:pt x="7198" y="10800"/>
                </a:lnTo>
                <a:lnTo>
                  <a:pt x="6636" y="10157"/>
                </a:lnTo>
                <a:lnTo>
                  <a:pt x="1349" y="4115"/>
                </a:lnTo>
                <a:lnTo>
                  <a:pt x="1349" y="4114"/>
                </a:lnTo>
                <a:cubicBezTo>
                  <a:pt x="1349" y="2980"/>
                  <a:pt x="1955" y="2057"/>
                  <a:pt x="2699" y="2057"/>
                </a:cubicBezTo>
                <a:lnTo>
                  <a:pt x="18899" y="2057"/>
                </a:lnTo>
                <a:cubicBezTo>
                  <a:pt x="19643" y="2057"/>
                  <a:pt x="20249" y="2980"/>
                  <a:pt x="20249" y="4114"/>
                </a:cubicBezTo>
                <a:cubicBezTo>
                  <a:pt x="20249" y="4114"/>
                  <a:pt x="11610" y="13990"/>
                  <a:pt x="11610" y="13990"/>
                </a:cubicBezTo>
                <a:close/>
                <a:moveTo>
                  <a:pt x="20249" y="16198"/>
                </a:moveTo>
                <a:lnTo>
                  <a:pt x="15525" y="10800"/>
                </a:lnTo>
                <a:lnTo>
                  <a:pt x="20249" y="5399"/>
                </a:lnTo>
                <a:cubicBezTo>
                  <a:pt x="20249" y="5399"/>
                  <a:pt x="20249" y="16198"/>
                  <a:pt x="20249" y="16198"/>
                </a:cubicBezTo>
                <a:close/>
                <a:moveTo>
                  <a:pt x="20249" y="17484"/>
                </a:moveTo>
                <a:cubicBezTo>
                  <a:pt x="20249" y="18620"/>
                  <a:pt x="19643" y="19541"/>
                  <a:pt x="18899" y="19541"/>
                </a:cubicBezTo>
                <a:lnTo>
                  <a:pt x="2699" y="19541"/>
                </a:lnTo>
                <a:cubicBezTo>
                  <a:pt x="1955" y="19541"/>
                  <a:pt x="1349" y="18620"/>
                  <a:pt x="1349" y="17484"/>
                </a:cubicBezTo>
                <a:lnTo>
                  <a:pt x="6636" y="11442"/>
                </a:lnTo>
                <a:lnTo>
                  <a:pt x="9585" y="14813"/>
                </a:lnTo>
                <a:cubicBezTo>
                  <a:pt x="9945" y="15222"/>
                  <a:pt x="10372" y="15429"/>
                  <a:pt x="10800" y="15429"/>
                </a:cubicBezTo>
                <a:cubicBezTo>
                  <a:pt x="11228" y="15429"/>
                  <a:pt x="11654" y="15222"/>
                  <a:pt x="12015" y="14813"/>
                </a:cubicBezTo>
                <a:lnTo>
                  <a:pt x="14963" y="11442"/>
                </a:lnTo>
                <a:cubicBezTo>
                  <a:pt x="14963" y="11442"/>
                  <a:pt x="20249" y="17484"/>
                  <a:pt x="20249" y="17484"/>
                </a:cubicBezTo>
                <a:close/>
                <a:moveTo>
                  <a:pt x="1349" y="5399"/>
                </a:moveTo>
                <a:lnTo>
                  <a:pt x="6074" y="10800"/>
                </a:lnTo>
                <a:lnTo>
                  <a:pt x="1349" y="16198"/>
                </a:lnTo>
                <a:cubicBezTo>
                  <a:pt x="1349" y="16198"/>
                  <a:pt x="1349" y="5399"/>
                  <a:pt x="1349" y="5399"/>
                </a:cubicBezTo>
                <a:close/>
                <a:moveTo>
                  <a:pt x="18899" y="0"/>
                </a:moveTo>
                <a:lnTo>
                  <a:pt x="2699" y="0"/>
                </a:lnTo>
                <a:cubicBezTo>
                  <a:pt x="1208" y="0"/>
                  <a:pt x="0" y="1842"/>
                  <a:pt x="0" y="4114"/>
                </a:cubicBezTo>
                <a:lnTo>
                  <a:pt x="0" y="17484"/>
                </a:lnTo>
                <a:cubicBezTo>
                  <a:pt x="0" y="19756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19756"/>
                  <a:pt x="21600" y="17484"/>
                </a:cubicBezTo>
                <a:lnTo>
                  <a:pt x="21600" y="4114"/>
                </a:lnTo>
                <a:cubicBezTo>
                  <a:pt x="21600" y="1842"/>
                  <a:pt x="20391" y="0"/>
                  <a:pt x="18899" y="0"/>
                </a:cubicBezTo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文本框 453"/>
          <p:cNvSpPr txBox="1"/>
          <p:nvPr/>
        </p:nvSpPr>
        <p:spPr>
          <a:xfrm>
            <a:off x="4335125" y="4474538"/>
            <a:ext cx="1872264" cy="280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0"/>
              </a:spcAft>
            </a:pPr>
            <a:r>
              <a:rPr lang="en-US" sz="1200" kern="12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xxxxxx@qq.com</a:t>
            </a:r>
            <a:endParaRPr lang="zh-CN" sz="1200"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Freeform 28"/>
          <p:cNvSpPr>
            <a:spLocks noEditPoints="1"/>
          </p:cNvSpPr>
          <p:nvPr/>
        </p:nvSpPr>
        <p:spPr bwMode="auto">
          <a:xfrm>
            <a:off x="6198583" y="4519655"/>
            <a:ext cx="194647" cy="236946"/>
          </a:xfrm>
          <a:custGeom>
            <a:avLst/>
            <a:gdLst>
              <a:gd name="T0" fmla="*/ 312 w 444"/>
              <a:gd name="T1" fmla="*/ 482 h 542"/>
              <a:gd name="T2" fmla="*/ 248 w 444"/>
              <a:gd name="T3" fmla="*/ 378 h 542"/>
              <a:gd name="T4" fmla="*/ 154 w 444"/>
              <a:gd name="T5" fmla="*/ 300 h 542"/>
              <a:gd name="T6" fmla="*/ 138 w 444"/>
              <a:gd name="T7" fmla="*/ 180 h 542"/>
              <a:gd name="T8" fmla="*/ 86 w 444"/>
              <a:gd name="T9" fmla="*/ 70 h 542"/>
              <a:gd name="T10" fmla="*/ 36 w 444"/>
              <a:gd name="T11" fmla="*/ 50 h 542"/>
              <a:gd name="T12" fmla="*/ 4 w 444"/>
              <a:gd name="T13" fmla="*/ 88 h 542"/>
              <a:gd name="T14" fmla="*/ 2 w 444"/>
              <a:gd name="T15" fmla="*/ 124 h 542"/>
              <a:gd name="T16" fmla="*/ 6 w 444"/>
              <a:gd name="T17" fmla="*/ 148 h 542"/>
              <a:gd name="T18" fmla="*/ 40 w 444"/>
              <a:gd name="T19" fmla="*/ 246 h 542"/>
              <a:gd name="T20" fmla="*/ 138 w 444"/>
              <a:gd name="T21" fmla="*/ 424 h 542"/>
              <a:gd name="T22" fmla="*/ 204 w 444"/>
              <a:gd name="T23" fmla="*/ 506 h 542"/>
              <a:gd name="T24" fmla="*/ 232 w 444"/>
              <a:gd name="T25" fmla="*/ 532 h 542"/>
              <a:gd name="T26" fmla="*/ 276 w 444"/>
              <a:gd name="T27" fmla="*/ 542 h 542"/>
              <a:gd name="T28" fmla="*/ 316 w 444"/>
              <a:gd name="T29" fmla="*/ 528 h 542"/>
              <a:gd name="T30" fmla="*/ 370 w 444"/>
              <a:gd name="T31" fmla="*/ 0 h 542"/>
              <a:gd name="T32" fmla="*/ 348 w 444"/>
              <a:gd name="T33" fmla="*/ 14 h 542"/>
              <a:gd name="T34" fmla="*/ 352 w 444"/>
              <a:gd name="T35" fmla="*/ 40 h 542"/>
              <a:gd name="T36" fmla="*/ 386 w 444"/>
              <a:gd name="T37" fmla="*/ 100 h 542"/>
              <a:gd name="T38" fmla="*/ 398 w 444"/>
              <a:gd name="T39" fmla="*/ 172 h 542"/>
              <a:gd name="T40" fmla="*/ 390 w 444"/>
              <a:gd name="T41" fmla="*/ 228 h 542"/>
              <a:gd name="T42" fmla="*/ 360 w 444"/>
              <a:gd name="T43" fmla="*/ 294 h 542"/>
              <a:gd name="T44" fmla="*/ 344 w 444"/>
              <a:gd name="T45" fmla="*/ 322 h 542"/>
              <a:gd name="T46" fmla="*/ 358 w 444"/>
              <a:gd name="T47" fmla="*/ 344 h 542"/>
              <a:gd name="T48" fmla="*/ 384 w 444"/>
              <a:gd name="T49" fmla="*/ 338 h 542"/>
              <a:gd name="T50" fmla="*/ 428 w 444"/>
              <a:gd name="T51" fmla="*/ 264 h 542"/>
              <a:gd name="T52" fmla="*/ 444 w 444"/>
              <a:gd name="T53" fmla="*/ 172 h 542"/>
              <a:gd name="T54" fmla="*/ 436 w 444"/>
              <a:gd name="T55" fmla="*/ 106 h 542"/>
              <a:gd name="T56" fmla="*/ 400 w 444"/>
              <a:gd name="T57" fmla="*/ 26 h 542"/>
              <a:gd name="T58" fmla="*/ 328 w 444"/>
              <a:gd name="T59" fmla="*/ 100 h 542"/>
              <a:gd name="T60" fmla="*/ 348 w 444"/>
              <a:gd name="T61" fmla="*/ 178 h 542"/>
              <a:gd name="T62" fmla="*/ 334 w 444"/>
              <a:gd name="T63" fmla="*/ 238 h 542"/>
              <a:gd name="T64" fmla="*/ 308 w 444"/>
              <a:gd name="T65" fmla="*/ 266 h 542"/>
              <a:gd name="T66" fmla="*/ 284 w 444"/>
              <a:gd name="T67" fmla="*/ 258 h 542"/>
              <a:gd name="T68" fmla="*/ 284 w 444"/>
              <a:gd name="T69" fmla="*/ 232 h 542"/>
              <a:gd name="T70" fmla="*/ 302 w 444"/>
              <a:gd name="T71" fmla="*/ 178 h 542"/>
              <a:gd name="T72" fmla="*/ 294 w 444"/>
              <a:gd name="T73" fmla="*/ 134 h 542"/>
              <a:gd name="T74" fmla="*/ 286 w 444"/>
              <a:gd name="T75" fmla="*/ 102 h 542"/>
              <a:gd name="T76" fmla="*/ 306 w 444"/>
              <a:gd name="T77" fmla="*/ 86 h 542"/>
              <a:gd name="T78" fmla="*/ 328 w 444"/>
              <a:gd name="T79" fmla="*/ 100 h 542"/>
              <a:gd name="T80" fmla="*/ 308 w 444"/>
              <a:gd name="T81" fmla="*/ 436 h 542"/>
              <a:gd name="T82" fmla="*/ 292 w 444"/>
              <a:gd name="T83" fmla="*/ 354 h 542"/>
              <a:gd name="T84" fmla="*/ 322 w 444"/>
              <a:gd name="T85" fmla="*/ 382 h 542"/>
              <a:gd name="T86" fmla="*/ 374 w 444"/>
              <a:gd name="T87" fmla="*/ 468 h 542"/>
              <a:gd name="T88" fmla="*/ 156 w 444"/>
              <a:gd name="T89" fmla="*/ 168 h 542"/>
              <a:gd name="T90" fmla="*/ 122 w 444"/>
              <a:gd name="T91" fmla="*/ 100 h 542"/>
              <a:gd name="T92" fmla="*/ 112 w 444"/>
              <a:gd name="T93" fmla="*/ 8 h 542"/>
              <a:gd name="T94" fmla="*/ 158 w 444"/>
              <a:gd name="T95" fmla="*/ 82 h 542"/>
              <a:gd name="T96" fmla="*/ 178 w 444"/>
              <a:gd name="T97" fmla="*/ 156 h 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444" h="542">
                <a:moveTo>
                  <a:pt x="316" y="528"/>
                </a:moveTo>
                <a:lnTo>
                  <a:pt x="338" y="514"/>
                </a:lnTo>
                <a:lnTo>
                  <a:pt x="338" y="514"/>
                </a:lnTo>
                <a:lnTo>
                  <a:pt x="312" y="482"/>
                </a:lnTo>
                <a:lnTo>
                  <a:pt x="290" y="448"/>
                </a:lnTo>
                <a:lnTo>
                  <a:pt x="290" y="448"/>
                </a:lnTo>
                <a:lnTo>
                  <a:pt x="268" y="414"/>
                </a:lnTo>
                <a:lnTo>
                  <a:pt x="248" y="378"/>
                </a:lnTo>
                <a:lnTo>
                  <a:pt x="214" y="396"/>
                </a:lnTo>
                <a:lnTo>
                  <a:pt x="214" y="396"/>
                </a:lnTo>
                <a:lnTo>
                  <a:pt x="184" y="350"/>
                </a:lnTo>
                <a:lnTo>
                  <a:pt x="154" y="300"/>
                </a:lnTo>
                <a:lnTo>
                  <a:pt x="128" y="250"/>
                </a:lnTo>
                <a:lnTo>
                  <a:pt x="104" y="198"/>
                </a:lnTo>
                <a:lnTo>
                  <a:pt x="138" y="180"/>
                </a:lnTo>
                <a:lnTo>
                  <a:pt x="138" y="180"/>
                </a:lnTo>
                <a:lnTo>
                  <a:pt x="120" y="144"/>
                </a:lnTo>
                <a:lnTo>
                  <a:pt x="102" y="108"/>
                </a:lnTo>
                <a:lnTo>
                  <a:pt x="102" y="108"/>
                </a:lnTo>
                <a:lnTo>
                  <a:pt x="86" y="70"/>
                </a:lnTo>
                <a:lnTo>
                  <a:pt x="72" y="30"/>
                </a:lnTo>
                <a:lnTo>
                  <a:pt x="50" y="42"/>
                </a:lnTo>
                <a:lnTo>
                  <a:pt x="50" y="42"/>
                </a:lnTo>
                <a:lnTo>
                  <a:pt x="36" y="50"/>
                </a:lnTo>
                <a:lnTo>
                  <a:pt x="24" y="60"/>
                </a:lnTo>
                <a:lnTo>
                  <a:pt x="16" y="68"/>
                </a:lnTo>
                <a:lnTo>
                  <a:pt x="8" y="78"/>
                </a:lnTo>
                <a:lnTo>
                  <a:pt x="4" y="88"/>
                </a:lnTo>
                <a:lnTo>
                  <a:pt x="0" y="100"/>
                </a:lnTo>
                <a:lnTo>
                  <a:pt x="0" y="110"/>
                </a:lnTo>
                <a:lnTo>
                  <a:pt x="0" y="122"/>
                </a:lnTo>
                <a:lnTo>
                  <a:pt x="2" y="124"/>
                </a:lnTo>
                <a:lnTo>
                  <a:pt x="2" y="124"/>
                </a:lnTo>
                <a:lnTo>
                  <a:pt x="2" y="124"/>
                </a:lnTo>
                <a:lnTo>
                  <a:pt x="6" y="148"/>
                </a:lnTo>
                <a:lnTo>
                  <a:pt x="6" y="148"/>
                </a:lnTo>
                <a:lnTo>
                  <a:pt x="6" y="148"/>
                </a:lnTo>
                <a:lnTo>
                  <a:pt x="6" y="148"/>
                </a:lnTo>
                <a:lnTo>
                  <a:pt x="22" y="198"/>
                </a:lnTo>
                <a:lnTo>
                  <a:pt x="40" y="246"/>
                </a:lnTo>
                <a:lnTo>
                  <a:pt x="60" y="292"/>
                </a:lnTo>
                <a:lnTo>
                  <a:pt x="84" y="338"/>
                </a:lnTo>
                <a:lnTo>
                  <a:pt x="110" y="382"/>
                </a:lnTo>
                <a:lnTo>
                  <a:pt x="138" y="424"/>
                </a:lnTo>
                <a:lnTo>
                  <a:pt x="170" y="464"/>
                </a:lnTo>
                <a:lnTo>
                  <a:pt x="202" y="504"/>
                </a:lnTo>
                <a:lnTo>
                  <a:pt x="202" y="504"/>
                </a:lnTo>
                <a:lnTo>
                  <a:pt x="204" y="506"/>
                </a:lnTo>
                <a:lnTo>
                  <a:pt x="204" y="506"/>
                </a:lnTo>
                <a:lnTo>
                  <a:pt x="222" y="524"/>
                </a:lnTo>
                <a:lnTo>
                  <a:pt x="222" y="524"/>
                </a:lnTo>
                <a:lnTo>
                  <a:pt x="232" y="532"/>
                </a:lnTo>
                <a:lnTo>
                  <a:pt x="242" y="538"/>
                </a:lnTo>
                <a:lnTo>
                  <a:pt x="252" y="540"/>
                </a:lnTo>
                <a:lnTo>
                  <a:pt x="264" y="542"/>
                </a:lnTo>
                <a:lnTo>
                  <a:pt x="276" y="542"/>
                </a:lnTo>
                <a:lnTo>
                  <a:pt x="288" y="538"/>
                </a:lnTo>
                <a:lnTo>
                  <a:pt x="302" y="534"/>
                </a:lnTo>
                <a:lnTo>
                  <a:pt x="316" y="528"/>
                </a:lnTo>
                <a:lnTo>
                  <a:pt x="316" y="528"/>
                </a:lnTo>
                <a:close/>
                <a:moveTo>
                  <a:pt x="386" y="8"/>
                </a:moveTo>
                <a:lnTo>
                  <a:pt x="386" y="8"/>
                </a:lnTo>
                <a:lnTo>
                  <a:pt x="380" y="2"/>
                </a:lnTo>
                <a:lnTo>
                  <a:pt x="370" y="0"/>
                </a:lnTo>
                <a:lnTo>
                  <a:pt x="362" y="2"/>
                </a:lnTo>
                <a:lnTo>
                  <a:pt x="354" y="6"/>
                </a:lnTo>
                <a:lnTo>
                  <a:pt x="354" y="6"/>
                </a:lnTo>
                <a:lnTo>
                  <a:pt x="348" y="14"/>
                </a:lnTo>
                <a:lnTo>
                  <a:pt x="346" y="22"/>
                </a:lnTo>
                <a:lnTo>
                  <a:pt x="348" y="32"/>
                </a:lnTo>
                <a:lnTo>
                  <a:pt x="352" y="40"/>
                </a:lnTo>
                <a:lnTo>
                  <a:pt x="352" y="40"/>
                </a:lnTo>
                <a:lnTo>
                  <a:pt x="364" y="54"/>
                </a:lnTo>
                <a:lnTo>
                  <a:pt x="372" y="68"/>
                </a:lnTo>
                <a:lnTo>
                  <a:pt x="380" y="84"/>
                </a:lnTo>
                <a:lnTo>
                  <a:pt x="386" y="100"/>
                </a:lnTo>
                <a:lnTo>
                  <a:pt x="392" y="118"/>
                </a:lnTo>
                <a:lnTo>
                  <a:pt x="396" y="136"/>
                </a:lnTo>
                <a:lnTo>
                  <a:pt x="398" y="154"/>
                </a:lnTo>
                <a:lnTo>
                  <a:pt x="398" y="172"/>
                </a:lnTo>
                <a:lnTo>
                  <a:pt x="398" y="172"/>
                </a:lnTo>
                <a:lnTo>
                  <a:pt x="396" y="192"/>
                </a:lnTo>
                <a:lnTo>
                  <a:pt x="394" y="210"/>
                </a:lnTo>
                <a:lnTo>
                  <a:pt x="390" y="228"/>
                </a:lnTo>
                <a:lnTo>
                  <a:pt x="386" y="246"/>
                </a:lnTo>
                <a:lnTo>
                  <a:pt x="378" y="264"/>
                </a:lnTo>
                <a:lnTo>
                  <a:pt x="370" y="280"/>
                </a:lnTo>
                <a:lnTo>
                  <a:pt x="360" y="294"/>
                </a:lnTo>
                <a:lnTo>
                  <a:pt x="350" y="306"/>
                </a:lnTo>
                <a:lnTo>
                  <a:pt x="350" y="306"/>
                </a:lnTo>
                <a:lnTo>
                  <a:pt x="346" y="314"/>
                </a:lnTo>
                <a:lnTo>
                  <a:pt x="344" y="322"/>
                </a:lnTo>
                <a:lnTo>
                  <a:pt x="346" y="332"/>
                </a:lnTo>
                <a:lnTo>
                  <a:pt x="350" y="338"/>
                </a:lnTo>
                <a:lnTo>
                  <a:pt x="350" y="338"/>
                </a:lnTo>
                <a:lnTo>
                  <a:pt x="358" y="344"/>
                </a:lnTo>
                <a:lnTo>
                  <a:pt x="368" y="346"/>
                </a:lnTo>
                <a:lnTo>
                  <a:pt x="376" y="344"/>
                </a:lnTo>
                <a:lnTo>
                  <a:pt x="384" y="338"/>
                </a:lnTo>
                <a:lnTo>
                  <a:pt x="384" y="338"/>
                </a:lnTo>
                <a:lnTo>
                  <a:pt x="398" y="322"/>
                </a:lnTo>
                <a:lnTo>
                  <a:pt x="410" y="304"/>
                </a:lnTo>
                <a:lnTo>
                  <a:pt x="420" y="284"/>
                </a:lnTo>
                <a:lnTo>
                  <a:pt x="428" y="264"/>
                </a:lnTo>
                <a:lnTo>
                  <a:pt x="436" y="242"/>
                </a:lnTo>
                <a:lnTo>
                  <a:pt x="440" y="220"/>
                </a:lnTo>
                <a:lnTo>
                  <a:pt x="444" y="196"/>
                </a:lnTo>
                <a:lnTo>
                  <a:pt x="444" y="172"/>
                </a:lnTo>
                <a:lnTo>
                  <a:pt x="444" y="172"/>
                </a:lnTo>
                <a:lnTo>
                  <a:pt x="444" y="150"/>
                </a:lnTo>
                <a:lnTo>
                  <a:pt x="442" y="128"/>
                </a:lnTo>
                <a:lnTo>
                  <a:pt x="436" y="106"/>
                </a:lnTo>
                <a:lnTo>
                  <a:pt x="430" y="84"/>
                </a:lnTo>
                <a:lnTo>
                  <a:pt x="422" y="64"/>
                </a:lnTo>
                <a:lnTo>
                  <a:pt x="412" y="44"/>
                </a:lnTo>
                <a:lnTo>
                  <a:pt x="400" y="26"/>
                </a:lnTo>
                <a:lnTo>
                  <a:pt x="386" y="8"/>
                </a:lnTo>
                <a:lnTo>
                  <a:pt x="386" y="8"/>
                </a:lnTo>
                <a:close/>
                <a:moveTo>
                  <a:pt x="328" y="100"/>
                </a:moveTo>
                <a:lnTo>
                  <a:pt x="328" y="100"/>
                </a:lnTo>
                <a:lnTo>
                  <a:pt x="338" y="120"/>
                </a:lnTo>
                <a:lnTo>
                  <a:pt x="344" y="140"/>
                </a:lnTo>
                <a:lnTo>
                  <a:pt x="348" y="160"/>
                </a:lnTo>
                <a:lnTo>
                  <a:pt x="348" y="178"/>
                </a:lnTo>
                <a:lnTo>
                  <a:pt x="348" y="178"/>
                </a:lnTo>
                <a:lnTo>
                  <a:pt x="346" y="198"/>
                </a:lnTo>
                <a:lnTo>
                  <a:pt x="340" y="218"/>
                </a:lnTo>
                <a:lnTo>
                  <a:pt x="334" y="238"/>
                </a:lnTo>
                <a:lnTo>
                  <a:pt x="324" y="256"/>
                </a:lnTo>
                <a:lnTo>
                  <a:pt x="324" y="256"/>
                </a:lnTo>
                <a:lnTo>
                  <a:pt x="318" y="262"/>
                </a:lnTo>
                <a:lnTo>
                  <a:pt x="308" y="266"/>
                </a:lnTo>
                <a:lnTo>
                  <a:pt x="300" y="266"/>
                </a:lnTo>
                <a:lnTo>
                  <a:pt x="292" y="264"/>
                </a:lnTo>
                <a:lnTo>
                  <a:pt x="292" y="264"/>
                </a:lnTo>
                <a:lnTo>
                  <a:pt x="284" y="258"/>
                </a:lnTo>
                <a:lnTo>
                  <a:pt x="280" y="250"/>
                </a:lnTo>
                <a:lnTo>
                  <a:pt x="280" y="240"/>
                </a:lnTo>
                <a:lnTo>
                  <a:pt x="284" y="232"/>
                </a:lnTo>
                <a:lnTo>
                  <a:pt x="284" y="232"/>
                </a:lnTo>
                <a:lnTo>
                  <a:pt x="290" y="218"/>
                </a:lnTo>
                <a:lnTo>
                  <a:pt x="296" y="204"/>
                </a:lnTo>
                <a:lnTo>
                  <a:pt x="300" y="192"/>
                </a:lnTo>
                <a:lnTo>
                  <a:pt x="302" y="178"/>
                </a:lnTo>
                <a:lnTo>
                  <a:pt x="302" y="178"/>
                </a:lnTo>
                <a:lnTo>
                  <a:pt x="300" y="164"/>
                </a:lnTo>
                <a:lnTo>
                  <a:pt x="298" y="150"/>
                </a:lnTo>
                <a:lnTo>
                  <a:pt x="294" y="134"/>
                </a:lnTo>
                <a:lnTo>
                  <a:pt x="288" y="120"/>
                </a:lnTo>
                <a:lnTo>
                  <a:pt x="288" y="120"/>
                </a:lnTo>
                <a:lnTo>
                  <a:pt x="284" y="112"/>
                </a:lnTo>
                <a:lnTo>
                  <a:pt x="286" y="102"/>
                </a:lnTo>
                <a:lnTo>
                  <a:pt x="290" y="94"/>
                </a:lnTo>
                <a:lnTo>
                  <a:pt x="298" y="90"/>
                </a:lnTo>
                <a:lnTo>
                  <a:pt x="298" y="90"/>
                </a:lnTo>
                <a:lnTo>
                  <a:pt x="306" y="86"/>
                </a:lnTo>
                <a:lnTo>
                  <a:pt x="316" y="88"/>
                </a:lnTo>
                <a:lnTo>
                  <a:pt x="324" y="92"/>
                </a:lnTo>
                <a:lnTo>
                  <a:pt x="328" y="100"/>
                </a:lnTo>
                <a:lnTo>
                  <a:pt x="328" y="100"/>
                </a:lnTo>
                <a:close/>
                <a:moveTo>
                  <a:pt x="358" y="504"/>
                </a:moveTo>
                <a:lnTo>
                  <a:pt x="358" y="504"/>
                </a:lnTo>
                <a:lnTo>
                  <a:pt x="332" y="470"/>
                </a:lnTo>
                <a:lnTo>
                  <a:pt x="308" y="436"/>
                </a:lnTo>
                <a:lnTo>
                  <a:pt x="308" y="436"/>
                </a:lnTo>
                <a:lnTo>
                  <a:pt x="286" y="402"/>
                </a:lnTo>
                <a:lnTo>
                  <a:pt x="266" y="368"/>
                </a:lnTo>
                <a:lnTo>
                  <a:pt x="292" y="354"/>
                </a:lnTo>
                <a:lnTo>
                  <a:pt x="292" y="354"/>
                </a:lnTo>
                <a:lnTo>
                  <a:pt x="298" y="358"/>
                </a:lnTo>
                <a:lnTo>
                  <a:pt x="310" y="368"/>
                </a:lnTo>
                <a:lnTo>
                  <a:pt x="322" y="382"/>
                </a:lnTo>
                <a:lnTo>
                  <a:pt x="336" y="400"/>
                </a:lnTo>
                <a:lnTo>
                  <a:pt x="350" y="422"/>
                </a:lnTo>
                <a:lnTo>
                  <a:pt x="362" y="444"/>
                </a:lnTo>
                <a:lnTo>
                  <a:pt x="374" y="468"/>
                </a:lnTo>
                <a:lnTo>
                  <a:pt x="382" y="492"/>
                </a:lnTo>
                <a:lnTo>
                  <a:pt x="358" y="504"/>
                </a:lnTo>
                <a:lnTo>
                  <a:pt x="358" y="504"/>
                </a:lnTo>
                <a:close/>
                <a:moveTo>
                  <a:pt x="156" y="168"/>
                </a:moveTo>
                <a:lnTo>
                  <a:pt x="156" y="168"/>
                </a:lnTo>
                <a:lnTo>
                  <a:pt x="138" y="134"/>
                </a:lnTo>
                <a:lnTo>
                  <a:pt x="122" y="100"/>
                </a:lnTo>
                <a:lnTo>
                  <a:pt x="122" y="100"/>
                </a:lnTo>
                <a:lnTo>
                  <a:pt x="106" y="60"/>
                </a:lnTo>
                <a:lnTo>
                  <a:pt x="90" y="20"/>
                </a:lnTo>
                <a:lnTo>
                  <a:pt x="112" y="8"/>
                </a:lnTo>
                <a:lnTo>
                  <a:pt x="112" y="8"/>
                </a:lnTo>
                <a:lnTo>
                  <a:pt x="124" y="20"/>
                </a:lnTo>
                <a:lnTo>
                  <a:pt x="136" y="38"/>
                </a:lnTo>
                <a:lnTo>
                  <a:pt x="148" y="58"/>
                </a:lnTo>
                <a:lnTo>
                  <a:pt x="158" y="82"/>
                </a:lnTo>
                <a:lnTo>
                  <a:pt x="168" y="106"/>
                </a:lnTo>
                <a:lnTo>
                  <a:pt x="174" y="128"/>
                </a:lnTo>
                <a:lnTo>
                  <a:pt x="178" y="144"/>
                </a:lnTo>
                <a:lnTo>
                  <a:pt x="178" y="156"/>
                </a:lnTo>
                <a:lnTo>
                  <a:pt x="156" y="16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文本框 455"/>
          <p:cNvSpPr txBox="1"/>
          <p:nvPr/>
        </p:nvSpPr>
        <p:spPr>
          <a:xfrm>
            <a:off x="6430815" y="4501134"/>
            <a:ext cx="15305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200" kern="12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xxx- xxxx- xxxx</a:t>
            </a:r>
            <a:endParaRPr lang="zh-CN" sz="1200"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高端大气简历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FFFFFF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2">
      <a:majorFont>
        <a:latin typeface="Arial"/>
        <a:ea typeface="微软雅黑"/>
        <a:cs typeface=""/>
      </a:majorFont>
      <a:minorFont>
        <a:latin typeface="Calibri Light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2236</Words>
  <Application>WPS 演示</Application>
  <PresentationFormat>全屏显示(16:9)</PresentationFormat>
  <Paragraphs>196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微软雅黑</vt:lpstr>
      <vt:lpstr>Times New Roman</vt:lpstr>
      <vt:lpstr>楷体</vt:lpstr>
      <vt:lpstr>Calibri Light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熊猫设计</dc:creator>
  <cp:lastModifiedBy>Jake</cp:lastModifiedBy>
  <cp:revision>301</cp:revision>
  <dcterms:created xsi:type="dcterms:W3CDTF">2016-03-30T09:19:00Z</dcterms:created>
  <dcterms:modified xsi:type="dcterms:W3CDTF">2021-07-05T04:50:19Z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0D348978B5A84EB0A38457CDEDD21C2C</vt:lpwstr>
  </property>
</Properties>
</file>