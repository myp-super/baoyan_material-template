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8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83" y="1416147"/>
            <a:ext cx="3559234" cy="92172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6364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大连海事大学蓝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4EA2"/>
      </a:accent1>
      <a:accent2>
        <a:srgbClr val="004EA2"/>
      </a:accent2>
      <a:accent3>
        <a:srgbClr val="004EA2"/>
      </a:accent3>
      <a:accent4>
        <a:srgbClr val="004EA2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55</cp:revision>
  <dcterms:created xsi:type="dcterms:W3CDTF">2022-07-06T02:37:31Z</dcterms:created>
  <dcterms:modified xsi:type="dcterms:W3CDTF">2022-09-19T02:01:52Z</dcterms:modified>
</cp:coreProperties>
</file>