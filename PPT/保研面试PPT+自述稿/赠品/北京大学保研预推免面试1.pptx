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856" y="15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737"/>
          <a:stretch/>
        </p:blipFill>
        <p:spPr>
          <a:xfrm>
            <a:off x="4278283" y="1348295"/>
            <a:ext cx="3559234" cy="1057428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890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北京大学红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60000"/>
      </a:accent1>
      <a:accent2>
        <a:srgbClr val="D60000"/>
      </a:accent2>
      <a:accent3>
        <a:srgbClr val="D60000"/>
      </a:accent3>
      <a:accent4>
        <a:srgbClr val="D600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50</cp:revision>
  <dcterms:created xsi:type="dcterms:W3CDTF">2022-07-06T02:37:31Z</dcterms:created>
  <dcterms:modified xsi:type="dcterms:W3CDTF">2022-09-19T01:59:47Z</dcterms:modified>
</cp:coreProperties>
</file>