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799" y="1472656"/>
            <a:ext cx="3581402" cy="80870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华南理工大学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74288"/>
      </a:accent1>
      <a:accent2>
        <a:srgbClr val="074288"/>
      </a:accent2>
      <a:accent3>
        <a:srgbClr val="074288"/>
      </a:accent3>
      <a:accent4>
        <a:srgbClr val="074288"/>
      </a:accent4>
      <a:accent5>
        <a:srgbClr val="595959"/>
      </a:accent5>
      <a:accent6>
        <a:srgbClr val="595959"/>
      </a:accent6>
      <a:hlink>
        <a:srgbClr val="595959"/>
      </a:hlink>
      <a:folHlink>
        <a:srgbClr val="595959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58</cp:revision>
  <dcterms:created xsi:type="dcterms:W3CDTF">2022-07-06T02:37:31Z</dcterms:created>
  <dcterms:modified xsi:type="dcterms:W3CDTF">2022-09-19T02:03:29Z</dcterms:modified>
</cp:coreProperties>
</file>