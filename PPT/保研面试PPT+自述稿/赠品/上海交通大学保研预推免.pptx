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408" y="1472656"/>
            <a:ext cx="3048184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上海交通大学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AC0C23"/>
      </a:accent1>
      <a:accent2>
        <a:srgbClr val="AC0C23"/>
      </a:accent2>
      <a:accent3>
        <a:srgbClr val="AC0C23"/>
      </a:accent3>
      <a:accent4>
        <a:srgbClr val="AC0C2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62</cp:revision>
  <dcterms:created xsi:type="dcterms:W3CDTF">2022-07-06T02:37:31Z</dcterms:created>
  <dcterms:modified xsi:type="dcterms:W3CDTF">2022-09-19T02:06:08Z</dcterms:modified>
</cp:coreProperties>
</file>