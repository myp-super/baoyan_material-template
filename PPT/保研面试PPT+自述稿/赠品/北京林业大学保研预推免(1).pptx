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7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883" y="1403433"/>
            <a:ext cx="3559234" cy="947151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2513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北京林业大学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0D553D"/>
      </a:accent1>
      <a:accent2>
        <a:srgbClr val="0D553D"/>
      </a:accent2>
      <a:accent3>
        <a:srgbClr val="0D553D"/>
      </a:accent3>
      <a:accent4>
        <a:srgbClr val="0D553D"/>
      </a:accent4>
      <a:accent5>
        <a:srgbClr val="E81D23"/>
      </a:accent5>
      <a:accent6>
        <a:srgbClr val="262626"/>
      </a:accent6>
      <a:hlink>
        <a:srgbClr val="00D5D5"/>
      </a:hlink>
      <a:folHlink>
        <a:srgbClr val="DD00DD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53</cp:revision>
  <dcterms:created xsi:type="dcterms:W3CDTF">2022-07-06T02:37:31Z</dcterms:created>
  <dcterms:modified xsi:type="dcterms:W3CDTF">2022-09-19T02:01:16Z</dcterms:modified>
</cp:coreProperties>
</file>