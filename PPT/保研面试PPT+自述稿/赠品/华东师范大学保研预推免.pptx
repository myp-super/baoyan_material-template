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9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1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82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1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5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61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/>
          </p:cNvSpPr>
          <p:nvPr userDrawn="1"/>
        </p:nvSpPr>
        <p:spPr bwMode="auto">
          <a:xfrm>
            <a:off x="336" y="6286938"/>
            <a:ext cx="12191331" cy="27394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328"/>
          </a:p>
        </p:txBody>
      </p:sp>
      <p:sp>
        <p:nvSpPr>
          <p:cNvPr id="4" name="任意多边形 3"/>
          <p:cNvSpPr/>
          <p:nvPr userDrawn="1"/>
        </p:nvSpPr>
        <p:spPr>
          <a:xfrm>
            <a:off x="337" y="6416828"/>
            <a:ext cx="12191331" cy="441172"/>
          </a:xfrm>
          <a:custGeom>
            <a:avLst/>
            <a:gdLst>
              <a:gd name="connsiteX0" fmla="*/ 1932824 w 12191331"/>
              <a:gd name="connsiteY0" fmla="*/ 0 h 441172"/>
              <a:gd name="connsiteX1" fmla="*/ 2383959 w 12191331"/>
              <a:gd name="connsiteY1" fmla="*/ 0 h 441172"/>
              <a:gd name="connsiteX2" fmla="*/ 2730328 w 12191331"/>
              <a:gd name="connsiteY2" fmla="*/ 0 h 441172"/>
              <a:gd name="connsiteX3" fmla="*/ 3053178 w 12191331"/>
              <a:gd name="connsiteY3" fmla="*/ 1391 h 441172"/>
              <a:gd name="connsiteX4" fmla="*/ 3354647 w 12191331"/>
              <a:gd name="connsiteY4" fmla="*/ 1391 h 441172"/>
              <a:gd name="connsiteX5" fmla="*/ 3630460 w 12191331"/>
              <a:gd name="connsiteY5" fmla="*/ 2781 h 441172"/>
              <a:gd name="connsiteX6" fmla="*/ 3882753 w 12191331"/>
              <a:gd name="connsiteY6" fmla="*/ 4172 h 441172"/>
              <a:gd name="connsiteX7" fmla="*/ 4109389 w 12191331"/>
              <a:gd name="connsiteY7" fmla="*/ 4867 h 441172"/>
              <a:gd name="connsiteX8" fmla="*/ 4314645 w 12191331"/>
              <a:gd name="connsiteY8" fmla="*/ 7649 h 441172"/>
              <a:gd name="connsiteX9" fmla="*/ 4494244 w 12191331"/>
              <a:gd name="connsiteY9" fmla="*/ 9734 h 441172"/>
              <a:gd name="connsiteX10" fmla="*/ 4705914 w 12191331"/>
              <a:gd name="connsiteY10" fmla="*/ 13906 h 441172"/>
              <a:gd name="connsiteX11" fmla="*/ 4902617 w 12191331"/>
              <a:gd name="connsiteY11" fmla="*/ 22250 h 441172"/>
              <a:gd name="connsiteX12" fmla="*/ 5077940 w 12191331"/>
              <a:gd name="connsiteY12" fmla="*/ 31984 h 441172"/>
              <a:gd name="connsiteX13" fmla="*/ 5242572 w 12191331"/>
              <a:gd name="connsiteY13" fmla="*/ 43804 h 441172"/>
              <a:gd name="connsiteX14" fmla="*/ 5383685 w 12191331"/>
              <a:gd name="connsiteY14" fmla="*/ 58405 h 441172"/>
              <a:gd name="connsiteX15" fmla="*/ 5514108 w 12191331"/>
              <a:gd name="connsiteY15" fmla="*/ 74397 h 441172"/>
              <a:gd name="connsiteX16" fmla="*/ 5629564 w 12191331"/>
              <a:gd name="connsiteY16" fmla="*/ 91085 h 441172"/>
              <a:gd name="connsiteX17" fmla="*/ 5730054 w 12191331"/>
              <a:gd name="connsiteY17" fmla="*/ 109162 h 441172"/>
              <a:gd name="connsiteX18" fmla="*/ 5819853 w 12191331"/>
              <a:gd name="connsiteY18" fmla="*/ 128631 h 441172"/>
              <a:gd name="connsiteX19" fmla="*/ 5892548 w 12191331"/>
              <a:gd name="connsiteY19" fmla="*/ 148099 h 441172"/>
              <a:gd name="connsiteX20" fmla="*/ 5960967 w 12191331"/>
              <a:gd name="connsiteY20" fmla="*/ 167568 h 441172"/>
              <a:gd name="connsiteX21" fmla="*/ 6012281 w 12191331"/>
              <a:gd name="connsiteY21" fmla="*/ 187036 h 441172"/>
              <a:gd name="connsiteX22" fmla="*/ 6061456 w 12191331"/>
              <a:gd name="connsiteY22" fmla="*/ 205114 h 441172"/>
              <a:gd name="connsiteX23" fmla="*/ 6097804 w 12191331"/>
              <a:gd name="connsiteY23" fmla="*/ 221801 h 441172"/>
              <a:gd name="connsiteX24" fmla="*/ 6132013 w 12191331"/>
              <a:gd name="connsiteY24" fmla="*/ 205114 h 441172"/>
              <a:gd name="connsiteX25" fmla="*/ 6181189 w 12191331"/>
              <a:gd name="connsiteY25" fmla="*/ 187036 h 441172"/>
              <a:gd name="connsiteX26" fmla="*/ 6232503 w 12191331"/>
              <a:gd name="connsiteY26" fmla="*/ 167568 h 441172"/>
              <a:gd name="connsiteX27" fmla="*/ 6298783 w 12191331"/>
              <a:gd name="connsiteY27" fmla="*/ 148099 h 441172"/>
              <a:gd name="connsiteX28" fmla="*/ 6373616 w 12191331"/>
              <a:gd name="connsiteY28" fmla="*/ 128631 h 441172"/>
              <a:gd name="connsiteX29" fmla="*/ 6463415 w 12191331"/>
              <a:gd name="connsiteY29" fmla="*/ 109162 h 441172"/>
              <a:gd name="connsiteX30" fmla="*/ 6563905 w 12191331"/>
              <a:gd name="connsiteY30" fmla="*/ 91085 h 441172"/>
              <a:gd name="connsiteX31" fmla="*/ 6679362 w 12191331"/>
              <a:gd name="connsiteY31" fmla="*/ 74397 h 441172"/>
              <a:gd name="connsiteX32" fmla="*/ 6809784 w 12191331"/>
              <a:gd name="connsiteY32" fmla="*/ 58405 h 441172"/>
              <a:gd name="connsiteX33" fmla="*/ 6955174 w 12191331"/>
              <a:gd name="connsiteY33" fmla="*/ 43804 h 441172"/>
              <a:gd name="connsiteX34" fmla="*/ 7115530 w 12191331"/>
              <a:gd name="connsiteY34" fmla="*/ 31984 h 441172"/>
              <a:gd name="connsiteX35" fmla="*/ 7288714 w 12191331"/>
              <a:gd name="connsiteY35" fmla="*/ 22250 h 441172"/>
              <a:gd name="connsiteX36" fmla="*/ 7487556 w 12191331"/>
              <a:gd name="connsiteY36" fmla="*/ 13906 h 441172"/>
              <a:gd name="connsiteX37" fmla="*/ 7699226 w 12191331"/>
              <a:gd name="connsiteY37" fmla="*/ 9734 h 441172"/>
              <a:gd name="connsiteX38" fmla="*/ 7876686 w 12191331"/>
              <a:gd name="connsiteY38" fmla="*/ 7649 h 441172"/>
              <a:gd name="connsiteX39" fmla="*/ 8081942 w 12191331"/>
              <a:gd name="connsiteY39" fmla="*/ 4867 h 441172"/>
              <a:gd name="connsiteX40" fmla="*/ 8308578 w 12191331"/>
              <a:gd name="connsiteY40" fmla="*/ 4172 h 441172"/>
              <a:gd name="connsiteX41" fmla="*/ 8563010 w 12191331"/>
              <a:gd name="connsiteY41" fmla="*/ 2781 h 441172"/>
              <a:gd name="connsiteX42" fmla="*/ 8838822 w 12191331"/>
              <a:gd name="connsiteY42" fmla="*/ 1391 h 441172"/>
              <a:gd name="connsiteX43" fmla="*/ 9140291 w 12191331"/>
              <a:gd name="connsiteY43" fmla="*/ 1391 h 441172"/>
              <a:gd name="connsiteX44" fmla="*/ 9463141 w 12191331"/>
              <a:gd name="connsiteY44" fmla="*/ 0 h 441172"/>
              <a:gd name="connsiteX45" fmla="*/ 9809510 w 12191331"/>
              <a:gd name="connsiteY45" fmla="*/ 0 h 441172"/>
              <a:gd name="connsiteX46" fmla="*/ 10260645 w 12191331"/>
              <a:gd name="connsiteY46" fmla="*/ 0 h 441172"/>
              <a:gd name="connsiteX47" fmla="*/ 10688261 w 12191331"/>
              <a:gd name="connsiteY47" fmla="*/ 1391 h 441172"/>
              <a:gd name="connsiteX48" fmla="*/ 11094496 w 12191331"/>
              <a:gd name="connsiteY48" fmla="*/ 2781 h 441172"/>
              <a:gd name="connsiteX49" fmla="*/ 11477212 w 12191331"/>
              <a:gd name="connsiteY49" fmla="*/ 4172 h 441172"/>
              <a:gd name="connsiteX50" fmla="*/ 11847100 w 12191331"/>
              <a:gd name="connsiteY50" fmla="*/ 4867 h 441172"/>
              <a:gd name="connsiteX51" fmla="*/ 12191331 w 12191331"/>
              <a:gd name="connsiteY51" fmla="*/ 6258 h 441172"/>
              <a:gd name="connsiteX52" fmla="*/ 12191331 w 12191331"/>
              <a:gd name="connsiteY52" fmla="*/ 441172 h 441172"/>
              <a:gd name="connsiteX53" fmla="*/ 0 w 12191331"/>
              <a:gd name="connsiteY53" fmla="*/ 441172 h 441172"/>
              <a:gd name="connsiteX54" fmla="*/ 0 w 12191331"/>
              <a:gd name="connsiteY54" fmla="*/ 6258 h 441172"/>
              <a:gd name="connsiteX55" fmla="*/ 350645 w 12191331"/>
              <a:gd name="connsiteY55" fmla="*/ 4867 h 441172"/>
              <a:gd name="connsiteX56" fmla="*/ 716257 w 12191331"/>
              <a:gd name="connsiteY56" fmla="*/ 4172 h 441172"/>
              <a:gd name="connsiteX57" fmla="*/ 1098973 w 12191331"/>
              <a:gd name="connsiteY57" fmla="*/ 2781 h 441172"/>
              <a:gd name="connsiteX58" fmla="*/ 1505208 w 12191331"/>
              <a:gd name="connsiteY58" fmla="*/ 1391 h 441172"/>
              <a:gd name="connsiteX59" fmla="*/ 1932824 w 12191331"/>
              <a:gd name="connsiteY59" fmla="*/ 0 h 4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331" h="441172">
                <a:moveTo>
                  <a:pt x="1932824" y="0"/>
                </a:moveTo>
                <a:lnTo>
                  <a:pt x="2383959" y="0"/>
                </a:lnTo>
                <a:lnTo>
                  <a:pt x="2730328" y="0"/>
                </a:lnTo>
                <a:lnTo>
                  <a:pt x="3053178" y="1391"/>
                </a:lnTo>
                <a:lnTo>
                  <a:pt x="3354647" y="1391"/>
                </a:lnTo>
                <a:lnTo>
                  <a:pt x="3630460" y="2781"/>
                </a:lnTo>
                <a:lnTo>
                  <a:pt x="3882753" y="4172"/>
                </a:lnTo>
                <a:lnTo>
                  <a:pt x="4109389" y="4867"/>
                </a:lnTo>
                <a:lnTo>
                  <a:pt x="4314645" y="7649"/>
                </a:lnTo>
                <a:lnTo>
                  <a:pt x="4494244" y="9734"/>
                </a:lnTo>
                <a:lnTo>
                  <a:pt x="4705914" y="13906"/>
                </a:lnTo>
                <a:lnTo>
                  <a:pt x="4902617" y="22250"/>
                </a:lnTo>
                <a:lnTo>
                  <a:pt x="5077940" y="31984"/>
                </a:lnTo>
                <a:lnTo>
                  <a:pt x="5242572" y="43804"/>
                </a:lnTo>
                <a:lnTo>
                  <a:pt x="5383685" y="58405"/>
                </a:lnTo>
                <a:lnTo>
                  <a:pt x="5514108" y="74397"/>
                </a:lnTo>
                <a:lnTo>
                  <a:pt x="5629564" y="91085"/>
                </a:lnTo>
                <a:lnTo>
                  <a:pt x="5730054" y="109162"/>
                </a:lnTo>
                <a:lnTo>
                  <a:pt x="5819853" y="128631"/>
                </a:lnTo>
                <a:lnTo>
                  <a:pt x="5892548" y="148099"/>
                </a:lnTo>
                <a:lnTo>
                  <a:pt x="5960967" y="167568"/>
                </a:lnTo>
                <a:lnTo>
                  <a:pt x="6012281" y="187036"/>
                </a:lnTo>
                <a:lnTo>
                  <a:pt x="6061456" y="205114"/>
                </a:lnTo>
                <a:lnTo>
                  <a:pt x="6097804" y="221801"/>
                </a:lnTo>
                <a:lnTo>
                  <a:pt x="6132013" y="205114"/>
                </a:lnTo>
                <a:lnTo>
                  <a:pt x="6181189" y="187036"/>
                </a:lnTo>
                <a:lnTo>
                  <a:pt x="6232503" y="167568"/>
                </a:lnTo>
                <a:lnTo>
                  <a:pt x="6298783" y="148099"/>
                </a:lnTo>
                <a:lnTo>
                  <a:pt x="6373616" y="128631"/>
                </a:lnTo>
                <a:lnTo>
                  <a:pt x="6463415" y="109162"/>
                </a:lnTo>
                <a:lnTo>
                  <a:pt x="6563905" y="91085"/>
                </a:lnTo>
                <a:lnTo>
                  <a:pt x="6679362" y="74397"/>
                </a:lnTo>
                <a:lnTo>
                  <a:pt x="6809784" y="58405"/>
                </a:lnTo>
                <a:lnTo>
                  <a:pt x="6955174" y="43804"/>
                </a:lnTo>
                <a:lnTo>
                  <a:pt x="7115530" y="31984"/>
                </a:lnTo>
                <a:lnTo>
                  <a:pt x="7288714" y="22250"/>
                </a:lnTo>
                <a:lnTo>
                  <a:pt x="7487556" y="13906"/>
                </a:lnTo>
                <a:lnTo>
                  <a:pt x="7699226" y="9734"/>
                </a:lnTo>
                <a:lnTo>
                  <a:pt x="7876686" y="7649"/>
                </a:lnTo>
                <a:lnTo>
                  <a:pt x="8081942" y="4867"/>
                </a:lnTo>
                <a:lnTo>
                  <a:pt x="8308578" y="4172"/>
                </a:lnTo>
                <a:lnTo>
                  <a:pt x="8563010" y="2781"/>
                </a:lnTo>
                <a:lnTo>
                  <a:pt x="8838822" y="1391"/>
                </a:lnTo>
                <a:lnTo>
                  <a:pt x="9140291" y="1391"/>
                </a:lnTo>
                <a:lnTo>
                  <a:pt x="9463141" y="0"/>
                </a:lnTo>
                <a:lnTo>
                  <a:pt x="9809510" y="0"/>
                </a:lnTo>
                <a:lnTo>
                  <a:pt x="10260645" y="0"/>
                </a:lnTo>
                <a:lnTo>
                  <a:pt x="10688261" y="1391"/>
                </a:lnTo>
                <a:lnTo>
                  <a:pt x="11094496" y="2781"/>
                </a:lnTo>
                <a:lnTo>
                  <a:pt x="11477212" y="4172"/>
                </a:lnTo>
                <a:lnTo>
                  <a:pt x="11847100" y="4867"/>
                </a:lnTo>
                <a:lnTo>
                  <a:pt x="12191331" y="6258"/>
                </a:lnTo>
                <a:lnTo>
                  <a:pt x="12191331" y="441172"/>
                </a:lnTo>
                <a:lnTo>
                  <a:pt x="0" y="441172"/>
                </a:lnTo>
                <a:lnTo>
                  <a:pt x="0" y="6258"/>
                </a:lnTo>
                <a:lnTo>
                  <a:pt x="350645" y="4867"/>
                </a:lnTo>
                <a:lnTo>
                  <a:pt x="716257" y="4172"/>
                </a:lnTo>
                <a:lnTo>
                  <a:pt x="1098973" y="2781"/>
                </a:lnTo>
                <a:lnTo>
                  <a:pt x="1505208" y="1391"/>
                </a:lnTo>
                <a:lnTo>
                  <a:pt x="19328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57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9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0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5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6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46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43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00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80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97" y="1501011"/>
            <a:ext cx="2921205" cy="751993"/>
          </a:xfrm>
          <a:prstGeom prst="rect">
            <a:avLst/>
          </a:prstGeom>
          <a:effectLst>
            <a:glow rad="127000">
              <a:schemeClr val="bg1">
                <a:alpha val="92000"/>
              </a:schemeClr>
            </a:glow>
          </a:effectLst>
        </p:spPr>
      </p:pic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93164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Freeform 8"/>
          <p:cNvSpPr>
            <a:spLocks noEditPoints="1"/>
          </p:cNvSpPr>
          <p:nvPr/>
        </p:nvSpPr>
        <p:spPr bwMode="auto">
          <a:xfrm>
            <a:off x="6347936" y="4866086"/>
            <a:ext cx="238507" cy="172811"/>
          </a:xfrm>
          <a:custGeom>
            <a:avLst/>
            <a:gdLst>
              <a:gd name="T0" fmla="*/ 269 w 322"/>
              <a:gd name="T1" fmla="*/ 0 h 233"/>
              <a:gd name="T2" fmla="*/ 53 w 322"/>
              <a:gd name="T3" fmla="*/ 0 h 233"/>
              <a:gd name="T4" fmla="*/ 0 w 322"/>
              <a:gd name="T5" fmla="*/ 52 h 233"/>
              <a:gd name="T6" fmla="*/ 0 w 322"/>
              <a:gd name="T7" fmla="*/ 181 h 233"/>
              <a:gd name="T8" fmla="*/ 53 w 322"/>
              <a:gd name="T9" fmla="*/ 233 h 233"/>
              <a:gd name="T10" fmla="*/ 269 w 322"/>
              <a:gd name="T11" fmla="*/ 233 h 233"/>
              <a:gd name="T12" fmla="*/ 322 w 322"/>
              <a:gd name="T13" fmla="*/ 181 h 233"/>
              <a:gd name="T14" fmla="*/ 322 w 322"/>
              <a:gd name="T15" fmla="*/ 52 h 233"/>
              <a:gd name="T16" fmla="*/ 269 w 322"/>
              <a:gd name="T17" fmla="*/ 0 h 233"/>
              <a:gd name="T18" fmla="*/ 101 w 322"/>
              <a:gd name="T19" fmla="*/ 101 h 233"/>
              <a:gd name="T20" fmla="*/ 124 w 322"/>
              <a:gd name="T21" fmla="*/ 78 h 233"/>
              <a:gd name="T22" fmla="*/ 101 w 322"/>
              <a:gd name="T23" fmla="*/ 55 h 233"/>
              <a:gd name="T24" fmla="*/ 78 w 322"/>
              <a:gd name="T25" fmla="*/ 78 h 233"/>
              <a:gd name="T26" fmla="*/ 101 w 322"/>
              <a:gd name="T27" fmla="*/ 101 h 233"/>
              <a:gd name="T28" fmla="*/ 141 w 322"/>
              <a:gd name="T29" fmla="*/ 166 h 233"/>
              <a:gd name="T30" fmla="*/ 144 w 322"/>
              <a:gd name="T31" fmla="*/ 128 h 233"/>
              <a:gd name="T32" fmla="*/ 121 w 322"/>
              <a:gd name="T33" fmla="*/ 108 h 233"/>
              <a:gd name="T34" fmla="*/ 109 w 322"/>
              <a:gd name="T35" fmla="*/ 108 h 233"/>
              <a:gd name="T36" fmla="*/ 106 w 322"/>
              <a:gd name="T37" fmla="*/ 117 h 233"/>
              <a:gd name="T38" fmla="*/ 109 w 322"/>
              <a:gd name="T39" fmla="*/ 151 h 233"/>
              <a:gd name="T40" fmla="*/ 100 w 322"/>
              <a:gd name="T41" fmla="*/ 163 h 233"/>
              <a:gd name="T42" fmla="*/ 92 w 322"/>
              <a:gd name="T43" fmla="*/ 151 h 233"/>
              <a:gd name="T44" fmla="*/ 97 w 322"/>
              <a:gd name="T45" fmla="*/ 117 h 233"/>
              <a:gd name="T46" fmla="*/ 94 w 322"/>
              <a:gd name="T47" fmla="*/ 108 h 233"/>
              <a:gd name="T48" fmla="*/ 80 w 322"/>
              <a:gd name="T49" fmla="*/ 108 h 233"/>
              <a:gd name="T50" fmla="*/ 57 w 322"/>
              <a:gd name="T51" fmla="*/ 129 h 233"/>
              <a:gd name="T52" fmla="*/ 60 w 322"/>
              <a:gd name="T53" fmla="*/ 166 h 233"/>
              <a:gd name="T54" fmla="*/ 101 w 322"/>
              <a:gd name="T55" fmla="*/ 176 h 233"/>
              <a:gd name="T56" fmla="*/ 141 w 322"/>
              <a:gd name="T57" fmla="*/ 166 h 233"/>
              <a:gd name="T58" fmla="*/ 165 w 322"/>
              <a:gd name="T59" fmla="*/ 191 h 233"/>
              <a:gd name="T60" fmla="*/ 165 w 322"/>
              <a:gd name="T61" fmla="*/ 191 h 233"/>
              <a:gd name="T62" fmla="*/ 36 w 322"/>
              <a:gd name="T63" fmla="*/ 191 h 233"/>
              <a:gd name="T64" fmla="*/ 36 w 322"/>
              <a:gd name="T65" fmla="*/ 42 h 233"/>
              <a:gd name="T66" fmla="*/ 165 w 322"/>
              <a:gd name="T67" fmla="*/ 42 h 233"/>
              <a:gd name="T68" fmla="*/ 165 w 322"/>
              <a:gd name="T69" fmla="*/ 191 h 233"/>
              <a:gd name="T70" fmla="*/ 249 w 322"/>
              <a:gd name="T71" fmla="*/ 73 h 233"/>
              <a:gd name="T72" fmla="*/ 249 w 322"/>
              <a:gd name="T73" fmla="*/ 73 h 233"/>
              <a:gd name="T74" fmla="*/ 193 w 322"/>
              <a:gd name="T75" fmla="*/ 73 h 233"/>
              <a:gd name="T76" fmla="*/ 181 w 322"/>
              <a:gd name="T77" fmla="*/ 60 h 233"/>
              <a:gd name="T78" fmla="*/ 193 w 322"/>
              <a:gd name="T79" fmla="*/ 48 h 233"/>
              <a:gd name="T80" fmla="*/ 249 w 322"/>
              <a:gd name="T81" fmla="*/ 48 h 233"/>
              <a:gd name="T82" fmla="*/ 261 w 322"/>
              <a:gd name="T83" fmla="*/ 60 h 233"/>
              <a:gd name="T84" fmla="*/ 249 w 322"/>
              <a:gd name="T85" fmla="*/ 73 h 233"/>
              <a:gd name="T86" fmla="*/ 302 w 322"/>
              <a:gd name="T87" fmla="*/ 123 h 233"/>
              <a:gd name="T88" fmla="*/ 302 w 322"/>
              <a:gd name="T89" fmla="*/ 123 h 233"/>
              <a:gd name="T90" fmla="*/ 292 w 322"/>
              <a:gd name="T91" fmla="*/ 133 h 233"/>
              <a:gd name="T92" fmla="*/ 191 w 322"/>
              <a:gd name="T93" fmla="*/ 133 h 233"/>
              <a:gd name="T94" fmla="*/ 181 w 322"/>
              <a:gd name="T95" fmla="*/ 123 h 233"/>
              <a:gd name="T96" fmla="*/ 191 w 322"/>
              <a:gd name="T97" fmla="*/ 113 h 233"/>
              <a:gd name="T98" fmla="*/ 292 w 322"/>
              <a:gd name="T99" fmla="*/ 113 h 233"/>
              <a:gd name="T100" fmla="*/ 302 w 322"/>
              <a:gd name="T101" fmla="*/ 123 h 233"/>
              <a:gd name="T102" fmla="*/ 302 w 322"/>
              <a:gd name="T103" fmla="*/ 163 h 233"/>
              <a:gd name="T104" fmla="*/ 302 w 322"/>
              <a:gd name="T105" fmla="*/ 163 h 233"/>
              <a:gd name="T106" fmla="*/ 292 w 322"/>
              <a:gd name="T107" fmla="*/ 173 h 233"/>
              <a:gd name="T108" fmla="*/ 191 w 322"/>
              <a:gd name="T109" fmla="*/ 173 h 233"/>
              <a:gd name="T110" fmla="*/ 181 w 322"/>
              <a:gd name="T111" fmla="*/ 163 h 233"/>
              <a:gd name="T112" fmla="*/ 191 w 322"/>
              <a:gd name="T113" fmla="*/ 153 h 233"/>
              <a:gd name="T114" fmla="*/ 292 w 322"/>
              <a:gd name="T115" fmla="*/ 153 h 233"/>
              <a:gd name="T116" fmla="*/ 302 w 322"/>
              <a:gd name="T117" fmla="*/ 163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22" h="233">
                <a:moveTo>
                  <a:pt x="269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lnTo>
                  <a:pt x="0" y="181"/>
                </a:lnTo>
                <a:cubicBezTo>
                  <a:pt x="0" y="210"/>
                  <a:pt x="24" y="233"/>
                  <a:pt x="53" y="233"/>
                </a:cubicBezTo>
                <a:lnTo>
                  <a:pt x="269" y="233"/>
                </a:lnTo>
                <a:cubicBezTo>
                  <a:pt x="298" y="233"/>
                  <a:pt x="322" y="210"/>
                  <a:pt x="322" y="181"/>
                </a:cubicBezTo>
                <a:lnTo>
                  <a:pt x="322" y="52"/>
                </a:lnTo>
                <a:cubicBezTo>
                  <a:pt x="322" y="23"/>
                  <a:pt x="298" y="0"/>
                  <a:pt x="269" y="0"/>
                </a:cubicBezTo>
                <a:close/>
                <a:moveTo>
                  <a:pt x="101" y="101"/>
                </a:moveTo>
                <a:cubicBezTo>
                  <a:pt x="113" y="101"/>
                  <a:pt x="124" y="91"/>
                  <a:pt x="124" y="78"/>
                </a:cubicBezTo>
                <a:cubicBezTo>
                  <a:pt x="124" y="65"/>
                  <a:pt x="113" y="55"/>
                  <a:pt x="101" y="55"/>
                </a:cubicBezTo>
                <a:cubicBezTo>
                  <a:pt x="88" y="55"/>
                  <a:pt x="78" y="65"/>
                  <a:pt x="78" y="78"/>
                </a:cubicBezTo>
                <a:cubicBezTo>
                  <a:pt x="78" y="91"/>
                  <a:pt x="88" y="101"/>
                  <a:pt x="101" y="101"/>
                </a:cubicBezTo>
                <a:close/>
                <a:moveTo>
                  <a:pt x="141" y="166"/>
                </a:moveTo>
                <a:lnTo>
                  <a:pt x="144" y="128"/>
                </a:lnTo>
                <a:cubicBezTo>
                  <a:pt x="145" y="117"/>
                  <a:pt x="134" y="108"/>
                  <a:pt x="121" y="108"/>
                </a:cubicBezTo>
                <a:lnTo>
                  <a:pt x="109" y="108"/>
                </a:lnTo>
                <a:cubicBezTo>
                  <a:pt x="109" y="109"/>
                  <a:pt x="109" y="114"/>
                  <a:pt x="106" y="117"/>
                </a:cubicBezTo>
                <a:cubicBezTo>
                  <a:pt x="106" y="117"/>
                  <a:pt x="111" y="142"/>
                  <a:pt x="109" y="151"/>
                </a:cubicBezTo>
                <a:cubicBezTo>
                  <a:pt x="108" y="154"/>
                  <a:pt x="104" y="163"/>
                  <a:pt x="100" y="163"/>
                </a:cubicBezTo>
                <a:cubicBezTo>
                  <a:pt x="96" y="163"/>
                  <a:pt x="93" y="154"/>
                  <a:pt x="92" y="151"/>
                </a:cubicBezTo>
                <a:cubicBezTo>
                  <a:pt x="91" y="142"/>
                  <a:pt x="97" y="117"/>
                  <a:pt x="97" y="117"/>
                </a:cubicBezTo>
                <a:cubicBezTo>
                  <a:pt x="96" y="116"/>
                  <a:pt x="94" y="115"/>
                  <a:pt x="94" y="108"/>
                </a:cubicBezTo>
                <a:lnTo>
                  <a:pt x="80" y="108"/>
                </a:lnTo>
                <a:cubicBezTo>
                  <a:pt x="68" y="108"/>
                  <a:pt x="56" y="117"/>
                  <a:pt x="57" y="129"/>
                </a:cubicBezTo>
                <a:lnTo>
                  <a:pt x="60" y="166"/>
                </a:lnTo>
                <a:cubicBezTo>
                  <a:pt x="70" y="176"/>
                  <a:pt x="86" y="176"/>
                  <a:pt x="101" y="176"/>
                </a:cubicBezTo>
                <a:cubicBezTo>
                  <a:pt x="115" y="176"/>
                  <a:pt x="132" y="175"/>
                  <a:pt x="141" y="166"/>
                </a:cubicBezTo>
                <a:close/>
                <a:moveTo>
                  <a:pt x="165" y="191"/>
                </a:moveTo>
                <a:lnTo>
                  <a:pt x="165" y="191"/>
                </a:lnTo>
                <a:lnTo>
                  <a:pt x="36" y="191"/>
                </a:lnTo>
                <a:lnTo>
                  <a:pt x="36" y="42"/>
                </a:lnTo>
                <a:lnTo>
                  <a:pt x="165" y="42"/>
                </a:lnTo>
                <a:lnTo>
                  <a:pt x="165" y="191"/>
                </a:lnTo>
                <a:close/>
                <a:moveTo>
                  <a:pt x="249" y="73"/>
                </a:moveTo>
                <a:lnTo>
                  <a:pt x="249" y="73"/>
                </a:lnTo>
                <a:lnTo>
                  <a:pt x="193" y="73"/>
                </a:lnTo>
                <a:cubicBezTo>
                  <a:pt x="186" y="73"/>
                  <a:pt x="181" y="67"/>
                  <a:pt x="181" y="60"/>
                </a:cubicBezTo>
                <a:cubicBezTo>
                  <a:pt x="181" y="54"/>
                  <a:pt x="186" y="48"/>
                  <a:pt x="193" y="48"/>
                </a:cubicBezTo>
                <a:lnTo>
                  <a:pt x="249" y="48"/>
                </a:lnTo>
                <a:cubicBezTo>
                  <a:pt x="256" y="48"/>
                  <a:pt x="261" y="54"/>
                  <a:pt x="261" y="60"/>
                </a:cubicBezTo>
                <a:cubicBezTo>
                  <a:pt x="261" y="67"/>
                  <a:pt x="256" y="73"/>
                  <a:pt x="249" y="73"/>
                </a:cubicBezTo>
                <a:close/>
                <a:moveTo>
                  <a:pt x="302" y="123"/>
                </a:moveTo>
                <a:lnTo>
                  <a:pt x="302" y="123"/>
                </a:lnTo>
                <a:cubicBezTo>
                  <a:pt x="302" y="128"/>
                  <a:pt x="297" y="133"/>
                  <a:pt x="292" y="133"/>
                </a:cubicBezTo>
                <a:lnTo>
                  <a:pt x="191" y="133"/>
                </a:lnTo>
                <a:cubicBezTo>
                  <a:pt x="186" y="133"/>
                  <a:pt x="181" y="128"/>
                  <a:pt x="181" y="123"/>
                </a:cubicBezTo>
                <a:cubicBezTo>
                  <a:pt x="181" y="117"/>
                  <a:pt x="186" y="113"/>
                  <a:pt x="191" y="113"/>
                </a:cubicBezTo>
                <a:lnTo>
                  <a:pt x="292" y="113"/>
                </a:lnTo>
                <a:cubicBezTo>
                  <a:pt x="297" y="113"/>
                  <a:pt x="302" y="117"/>
                  <a:pt x="302" y="123"/>
                </a:cubicBezTo>
                <a:close/>
                <a:moveTo>
                  <a:pt x="302" y="163"/>
                </a:moveTo>
                <a:lnTo>
                  <a:pt x="302" y="163"/>
                </a:lnTo>
                <a:cubicBezTo>
                  <a:pt x="302" y="169"/>
                  <a:pt x="297" y="173"/>
                  <a:pt x="292" y="173"/>
                </a:cubicBezTo>
                <a:lnTo>
                  <a:pt x="191" y="173"/>
                </a:lnTo>
                <a:cubicBezTo>
                  <a:pt x="186" y="173"/>
                  <a:pt x="181" y="169"/>
                  <a:pt x="181" y="163"/>
                </a:cubicBezTo>
                <a:cubicBezTo>
                  <a:pt x="181" y="157"/>
                  <a:pt x="186" y="153"/>
                  <a:pt x="191" y="153"/>
                </a:cubicBezTo>
                <a:lnTo>
                  <a:pt x="292" y="153"/>
                </a:lnTo>
                <a:cubicBezTo>
                  <a:pt x="297" y="153"/>
                  <a:pt x="302" y="157"/>
                  <a:pt x="302" y="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82"/>
          <p:cNvSpPr txBox="1"/>
          <p:nvPr/>
        </p:nvSpPr>
        <p:spPr>
          <a:xfrm>
            <a:off x="6613741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学校：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7" name="TextBox 82"/>
          <p:cNvSpPr txBox="1"/>
          <p:nvPr/>
        </p:nvSpPr>
        <p:spPr>
          <a:xfrm>
            <a:off x="4112160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8" name="Freeform 10"/>
          <p:cNvSpPr>
            <a:spLocks noEditPoints="1"/>
          </p:cNvSpPr>
          <p:nvPr/>
        </p:nvSpPr>
        <p:spPr bwMode="auto">
          <a:xfrm>
            <a:off x="3824879" y="4815690"/>
            <a:ext cx="241364" cy="257073"/>
          </a:xfrm>
          <a:custGeom>
            <a:avLst/>
            <a:gdLst>
              <a:gd name="T0" fmla="*/ 163 w 327"/>
              <a:gd name="T1" fmla="*/ 331 h 347"/>
              <a:gd name="T2" fmla="*/ 164 w 327"/>
              <a:gd name="T3" fmla="*/ 192 h 347"/>
              <a:gd name="T4" fmla="*/ 261 w 327"/>
              <a:gd name="T5" fmla="*/ 174 h 347"/>
              <a:gd name="T6" fmla="*/ 200 w 327"/>
              <a:gd name="T7" fmla="*/ 198 h 347"/>
              <a:gd name="T8" fmla="*/ 55 w 327"/>
              <a:gd name="T9" fmla="*/ 124 h 347"/>
              <a:gd name="T10" fmla="*/ 73 w 327"/>
              <a:gd name="T11" fmla="*/ 126 h 347"/>
              <a:gd name="T12" fmla="*/ 96 w 327"/>
              <a:gd name="T13" fmla="*/ 128 h 347"/>
              <a:gd name="T14" fmla="*/ 96 w 327"/>
              <a:gd name="T15" fmla="*/ 113 h 347"/>
              <a:gd name="T16" fmla="*/ 163 w 327"/>
              <a:gd name="T17" fmla="*/ 175 h 347"/>
              <a:gd name="T18" fmla="*/ 238 w 327"/>
              <a:gd name="T19" fmla="*/ 121 h 347"/>
              <a:gd name="T20" fmla="*/ 254 w 327"/>
              <a:gd name="T21" fmla="*/ 118 h 347"/>
              <a:gd name="T22" fmla="*/ 264 w 327"/>
              <a:gd name="T23" fmla="*/ 122 h 347"/>
              <a:gd name="T24" fmla="*/ 240 w 327"/>
              <a:gd name="T25" fmla="*/ 148 h 347"/>
              <a:gd name="T26" fmla="*/ 282 w 327"/>
              <a:gd name="T27" fmla="*/ 197 h 347"/>
              <a:gd name="T28" fmla="*/ 269 w 327"/>
              <a:gd name="T29" fmla="*/ 152 h 347"/>
              <a:gd name="T30" fmla="*/ 269 w 327"/>
              <a:gd name="T31" fmla="*/ 289 h 347"/>
              <a:gd name="T32" fmla="*/ 284 w 327"/>
              <a:gd name="T33" fmla="*/ 285 h 347"/>
              <a:gd name="T34" fmla="*/ 178 w 327"/>
              <a:gd name="T35" fmla="*/ 343 h 347"/>
              <a:gd name="T36" fmla="*/ 164 w 327"/>
              <a:gd name="T37" fmla="*/ 346 h 347"/>
              <a:gd name="T38" fmla="*/ 43 w 327"/>
              <a:gd name="T39" fmla="*/ 285 h 347"/>
              <a:gd name="T40" fmla="*/ 58 w 327"/>
              <a:gd name="T41" fmla="*/ 289 h 347"/>
              <a:gd name="T42" fmla="*/ 58 w 327"/>
              <a:gd name="T43" fmla="*/ 152 h 347"/>
              <a:gd name="T44" fmla="*/ 46 w 327"/>
              <a:gd name="T45" fmla="*/ 197 h 347"/>
              <a:gd name="T46" fmla="*/ 82 w 327"/>
              <a:gd name="T47" fmla="*/ 145 h 347"/>
              <a:gd name="T48" fmla="*/ 36 w 327"/>
              <a:gd name="T49" fmla="*/ 231 h 347"/>
              <a:gd name="T50" fmla="*/ 42 w 327"/>
              <a:gd name="T51" fmla="*/ 244 h 347"/>
              <a:gd name="T52" fmla="*/ 49 w 327"/>
              <a:gd name="T53" fmla="*/ 257 h 347"/>
              <a:gd name="T54" fmla="*/ 26 w 327"/>
              <a:gd name="T55" fmla="*/ 274 h 347"/>
              <a:gd name="T56" fmla="*/ 16 w 327"/>
              <a:gd name="T57" fmla="*/ 217 h 347"/>
              <a:gd name="T58" fmla="*/ 31 w 327"/>
              <a:gd name="T59" fmla="*/ 192 h 347"/>
              <a:gd name="T60" fmla="*/ 272 w 327"/>
              <a:gd name="T61" fmla="*/ 220 h 347"/>
              <a:gd name="T62" fmla="*/ 267 w 327"/>
              <a:gd name="T63" fmla="*/ 234 h 347"/>
              <a:gd name="T64" fmla="*/ 262 w 327"/>
              <a:gd name="T65" fmla="*/ 249 h 347"/>
              <a:gd name="T66" fmla="*/ 259 w 327"/>
              <a:gd name="T67" fmla="*/ 260 h 347"/>
              <a:gd name="T68" fmla="*/ 277 w 327"/>
              <a:gd name="T69" fmla="*/ 210 h 347"/>
              <a:gd name="T70" fmla="*/ 296 w 327"/>
              <a:gd name="T71" fmla="*/ 208 h 347"/>
              <a:gd name="T72" fmla="*/ 162 w 327"/>
              <a:gd name="T73" fmla="*/ 0 h 347"/>
              <a:gd name="T74" fmla="*/ 241 w 327"/>
              <a:gd name="T75" fmla="*/ 62 h 347"/>
              <a:gd name="T76" fmla="*/ 227 w 327"/>
              <a:gd name="T77" fmla="*/ 103 h 347"/>
              <a:gd name="T78" fmla="*/ 210 w 327"/>
              <a:gd name="T79" fmla="*/ 47 h 347"/>
              <a:gd name="T80" fmla="*/ 112 w 327"/>
              <a:gd name="T81" fmla="*/ 106 h 347"/>
              <a:gd name="T82" fmla="*/ 88 w 327"/>
              <a:gd name="T83" fmla="*/ 89 h 347"/>
              <a:gd name="T84" fmla="*/ 114 w 327"/>
              <a:gd name="T85" fmla="*/ 24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27" h="347">
                <a:moveTo>
                  <a:pt x="153" y="191"/>
                </a:moveTo>
                <a:lnTo>
                  <a:pt x="153" y="329"/>
                </a:lnTo>
                <a:cubicBezTo>
                  <a:pt x="156" y="331"/>
                  <a:pt x="160" y="331"/>
                  <a:pt x="163" y="331"/>
                </a:cubicBezTo>
                <a:cubicBezTo>
                  <a:pt x="167" y="331"/>
                  <a:pt x="171" y="330"/>
                  <a:pt x="174" y="329"/>
                </a:cubicBezTo>
                <a:lnTo>
                  <a:pt x="174" y="191"/>
                </a:lnTo>
                <a:cubicBezTo>
                  <a:pt x="171" y="192"/>
                  <a:pt x="167" y="192"/>
                  <a:pt x="164" y="192"/>
                </a:cubicBezTo>
                <a:cubicBezTo>
                  <a:pt x="160" y="192"/>
                  <a:pt x="157" y="192"/>
                  <a:pt x="153" y="191"/>
                </a:cubicBezTo>
                <a:close/>
                <a:moveTo>
                  <a:pt x="200" y="198"/>
                </a:moveTo>
                <a:lnTo>
                  <a:pt x="261" y="174"/>
                </a:lnTo>
                <a:lnTo>
                  <a:pt x="261" y="199"/>
                </a:lnTo>
                <a:lnTo>
                  <a:pt x="200" y="223"/>
                </a:lnTo>
                <a:lnTo>
                  <a:pt x="200" y="198"/>
                </a:lnTo>
                <a:close/>
                <a:moveTo>
                  <a:pt x="82" y="145"/>
                </a:moveTo>
                <a:lnTo>
                  <a:pt x="57" y="131"/>
                </a:lnTo>
                <a:cubicBezTo>
                  <a:pt x="54" y="130"/>
                  <a:pt x="53" y="126"/>
                  <a:pt x="55" y="124"/>
                </a:cubicBezTo>
                <a:cubicBezTo>
                  <a:pt x="56" y="121"/>
                  <a:pt x="60" y="120"/>
                  <a:pt x="62" y="122"/>
                </a:cubicBezTo>
                <a:lnTo>
                  <a:pt x="86" y="135"/>
                </a:lnTo>
                <a:lnTo>
                  <a:pt x="73" y="126"/>
                </a:lnTo>
                <a:cubicBezTo>
                  <a:pt x="70" y="124"/>
                  <a:pt x="70" y="120"/>
                  <a:pt x="72" y="118"/>
                </a:cubicBezTo>
                <a:cubicBezTo>
                  <a:pt x="73" y="115"/>
                  <a:pt x="77" y="115"/>
                  <a:pt x="80" y="117"/>
                </a:cubicBezTo>
                <a:lnTo>
                  <a:pt x="96" y="128"/>
                </a:lnTo>
                <a:lnTo>
                  <a:pt x="88" y="121"/>
                </a:lnTo>
                <a:cubicBezTo>
                  <a:pt x="86" y="119"/>
                  <a:pt x="86" y="115"/>
                  <a:pt x="88" y="113"/>
                </a:cubicBezTo>
                <a:cubicBezTo>
                  <a:pt x="90" y="111"/>
                  <a:pt x="94" y="110"/>
                  <a:pt x="96" y="113"/>
                </a:cubicBezTo>
                <a:lnTo>
                  <a:pt x="162" y="175"/>
                </a:lnTo>
                <a:cubicBezTo>
                  <a:pt x="163" y="175"/>
                  <a:pt x="163" y="175"/>
                  <a:pt x="163" y="175"/>
                </a:cubicBezTo>
                <a:cubicBezTo>
                  <a:pt x="163" y="175"/>
                  <a:pt x="163" y="175"/>
                  <a:pt x="163" y="175"/>
                </a:cubicBezTo>
                <a:lnTo>
                  <a:pt x="230" y="113"/>
                </a:lnTo>
                <a:cubicBezTo>
                  <a:pt x="232" y="110"/>
                  <a:pt x="236" y="111"/>
                  <a:pt x="238" y="113"/>
                </a:cubicBezTo>
                <a:cubicBezTo>
                  <a:pt x="240" y="115"/>
                  <a:pt x="240" y="119"/>
                  <a:pt x="238" y="121"/>
                </a:cubicBezTo>
                <a:lnTo>
                  <a:pt x="229" y="128"/>
                </a:lnTo>
                <a:lnTo>
                  <a:pt x="246" y="117"/>
                </a:lnTo>
                <a:cubicBezTo>
                  <a:pt x="249" y="115"/>
                  <a:pt x="252" y="115"/>
                  <a:pt x="254" y="118"/>
                </a:cubicBezTo>
                <a:cubicBezTo>
                  <a:pt x="256" y="120"/>
                  <a:pt x="255" y="124"/>
                  <a:pt x="253" y="126"/>
                </a:cubicBezTo>
                <a:lnTo>
                  <a:pt x="240" y="135"/>
                </a:lnTo>
                <a:lnTo>
                  <a:pt x="264" y="122"/>
                </a:lnTo>
                <a:cubicBezTo>
                  <a:pt x="266" y="120"/>
                  <a:pt x="270" y="121"/>
                  <a:pt x="271" y="124"/>
                </a:cubicBezTo>
                <a:cubicBezTo>
                  <a:pt x="273" y="127"/>
                  <a:pt x="272" y="130"/>
                  <a:pt x="269" y="131"/>
                </a:cubicBezTo>
                <a:lnTo>
                  <a:pt x="240" y="148"/>
                </a:lnTo>
                <a:lnTo>
                  <a:pt x="284" y="129"/>
                </a:lnTo>
                <a:lnTo>
                  <a:pt x="284" y="197"/>
                </a:lnTo>
                <a:cubicBezTo>
                  <a:pt x="283" y="197"/>
                  <a:pt x="283" y="197"/>
                  <a:pt x="282" y="197"/>
                </a:cubicBezTo>
                <a:lnTo>
                  <a:pt x="273" y="196"/>
                </a:lnTo>
                <a:lnTo>
                  <a:pt x="269" y="203"/>
                </a:lnTo>
                <a:lnTo>
                  <a:pt x="269" y="152"/>
                </a:lnTo>
                <a:lnTo>
                  <a:pt x="190" y="186"/>
                </a:lnTo>
                <a:lnTo>
                  <a:pt x="190" y="322"/>
                </a:lnTo>
                <a:lnTo>
                  <a:pt x="269" y="289"/>
                </a:lnTo>
                <a:lnTo>
                  <a:pt x="269" y="279"/>
                </a:lnTo>
                <a:cubicBezTo>
                  <a:pt x="272" y="280"/>
                  <a:pt x="275" y="282"/>
                  <a:pt x="277" y="283"/>
                </a:cubicBezTo>
                <a:cubicBezTo>
                  <a:pt x="280" y="284"/>
                  <a:pt x="282" y="284"/>
                  <a:pt x="284" y="285"/>
                </a:cubicBezTo>
                <a:lnTo>
                  <a:pt x="284" y="299"/>
                </a:lnTo>
                <a:lnTo>
                  <a:pt x="185" y="341"/>
                </a:lnTo>
                <a:cubicBezTo>
                  <a:pt x="183" y="342"/>
                  <a:pt x="181" y="343"/>
                  <a:pt x="178" y="343"/>
                </a:cubicBezTo>
                <a:lnTo>
                  <a:pt x="174" y="345"/>
                </a:lnTo>
                <a:lnTo>
                  <a:pt x="174" y="345"/>
                </a:lnTo>
                <a:cubicBezTo>
                  <a:pt x="171" y="346"/>
                  <a:pt x="167" y="346"/>
                  <a:pt x="164" y="346"/>
                </a:cubicBezTo>
                <a:cubicBezTo>
                  <a:pt x="156" y="347"/>
                  <a:pt x="149" y="345"/>
                  <a:pt x="142" y="340"/>
                </a:cubicBezTo>
                <a:lnTo>
                  <a:pt x="43" y="299"/>
                </a:lnTo>
                <a:lnTo>
                  <a:pt x="43" y="285"/>
                </a:lnTo>
                <a:cubicBezTo>
                  <a:pt x="45" y="284"/>
                  <a:pt x="48" y="284"/>
                  <a:pt x="50" y="283"/>
                </a:cubicBezTo>
                <a:cubicBezTo>
                  <a:pt x="53" y="282"/>
                  <a:pt x="55" y="280"/>
                  <a:pt x="58" y="279"/>
                </a:cubicBezTo>
                <a:lnTo>
                  <a:pt x="58" y="289"/>
                </a:lnTo>
                <a:lnTo>
                  <a:pt x="138" y="322"/>
                </a:lnTo>
                <a:lnTo>
                  <a:pt x="138" y="186"/>
                </a:lnTo>
                <a:lnTo>
                  <a:pt x="58" y="152"/>
                </a:lnTo>
                <a:lnTo>
                  <a:pt x="58" y="203"/>
                </a:lnTo>
                <a:lnTo>
                  <a:pt x="55" y="196"/>
                </a:lnTo>
                <a:lnTo>
                  <a:pt x="46" y="197"/>
                </a:lnTo>
                <a:cubicBezTo>
                  <a:pt x="45" y="197"/>
                  <a:pt x="44" y="197"/>
                  <a:pt x="43" y="197"/>
                </a:cubicBezTo>
                <a:lnTo>
                  <a:pt x="43" y="129"/>
                </a:lnTo>
                <a:lnTo>
                  <a:pt x="82" y="145"/>
                </a:lnTo>
                <a:close/>
                <a:moveTo>
                  <a:pt x="49" y="210"/>
                </a:moveTo>
                <a:cubicBezTo>
                  <a:pt x="51" y="213"/>
                  <a:pt x="53" y="216"/>
                  <a:pt x="54" y="220"/>
                </a:cubicBezTo>
                <a:lnTo>
                  <a:pt x="36" y="231"/>
                </a:lnTo>
                <a:lnTo>
                  <a:pt x="56" y="223"/>
                </a:lnTo>
                <a:cubicBezTo>
                  <a:pt x="57" y="227"/>
                  <a:pt x="58" y="230"/>
                  <a:pt x="60" y="234"/>
                </a:cubicBezTo>
                <a:lnTo>
                  <a:pt x="42" y="244"/>
                </a:lnTo>
                <a:lnTo>
                  <a:pt x="61" y="237"/>
                </a:lnTo>
                <a:cubicBezTo>
                  <a:pt x="62" y="241"/>
                  <a:pt x="63" y="245"/>
                  <a:pt x="65" y="249"/>
                </a:cubicBezTo>
                <a:lnTo>
                  <a:pt x="49" y="257"/>
                </a:lnTo>
                <a:lnTo>
                  <a:pt x="65" y="251"/>
                </a:lnTo>
                <a:cubicBezTo>
                  <a:pt x="66" y="254"/>
                  <a:pt x="67" y="257"/>
                  <a:pt x="67" y="260"/>
                </a:cubicBezTo>
                <a:cubicBezTo>
                  <a:pt x="64" y="262"/>
                  <a:pt x="38" y="279"/>
                  <a:pt x="26" y="274"/>
                </a:cubicBezTo>
                <a:cubicBezTo>
                  <a:pt x="13" y="269"/>
                  <a:pt x="1" y="252"/>
                  <a:pt x="0" y="236"/>
                </a:cubicBezTo>
                <a:cubicBezTo>
                  <a:pt x="0" y="221"/>
                  <a:pt x="40" y="211"/>
                  <a:pt x="49" y="210"/>
                </a:cubicBezTo>
                <a:close/>
                <a:moveTo>
                  <a:pt x="16" y="217"/>
                </a:moveTo>
                <a:lnTo>
                  <a:pt x="26" y="213"/>
                </a:lnTo>
                <a:lnTo>
                  <a:pt x="31" y="208"/>
                </a:lnTo>
                <a:lnTo>
                  <a:pt x="31" y="192"/>
                </a:lnTo>
                <a:cubicBezTo>
                  <a:pt x="22" y="196"/>
                  <a:pt x="18" y="206"/>
                  <a:pt x="16" y="217"/>
                </a:cubicBezTo>
                <a:close/>
                <a:moveTo>
                  <a:pt x="277" y="210"/>
                </a:moveTo>
                <a:cubicBezTo>
                  <a:pt x="276" y="213"/>
                  <a:pt x="274" y="216"/>
                  <a:pt x="272" y="220"/>
                </a:cubicBezTo>
                <a:lnTo>
                  <a:pt x="291" y="231"/>
                </a:lnTo>
                <a:lnTo>
                  <a:pt x="271" y="223"/>
                </a:lnTo>
                <a:cubicBezTo>
                  <a:pt x="269" y="227"/>
                  <a:pt x="268" y="230"/>
                  <a:pt x="267" y="234"/>
                </a:cubicBezTo>
                <a:lnTo>
                  <a:pt x="284" y="244"/>
                </a:lnTo>
                <a:lnTo>
                  <a:pt x="266" y="237"/>
                </a:lnTo>
                <a:cubicBezTo>
                  <a:pt x="264" y="241"/>
                  <a:pt x="263" y="245"/>
                  <a:pt x="262" y="249"/>
                </a:cubicBezTo>
                <a:lnTo>
                  <a:pt x="278" y="257"/>
                </a:lnTo>
                <a:lnTo>
                  <a:pt x="261" y="251"/>
                </a:lnTo>
                <a:cubicBezTo>
                  <a:pt x="261" y="254"/>
                  <a:pt x="260" y="257"/>
                  <a:pt x="259" y="260"/>
                </a:cubicBezTo>
                <a:cubicBezTo>
                  <a:pt x="263" y="262"/>
                  <a:pt x="289" y="279"/>
                  <a:pt x="301" y="274"/>
                </a:cubicBezTo>
                <a:cubicBezTo>
                  <a:pt x="313" y="269"/>
                  <a:pt x="326" y="252"/>
                  <a:pt x="326" y="236"/>
                </a:cubicBezTo>
                <a:cubicBezTo>
                  <a:pt x="327" y="221"/>
                  <a:pt x="286" y="211"/>
                  <a:pt x="277" y="210"/>
                </a:cubicBezTo>
                <a:close/>
                <a:moveTo>
                  <a:pt x="311" y="217"/>
                </a:moveTo>
                <a:lnTo>
                  <a:pt x="300" y="213"/>
                </a:lnTo>
                <a:lnTo>
                  <a:pt x="296" y="208"/>
                </a:lnTo>
                <a:lnTo>
                  <a:pt x="295" y="192"/>
                </a:lnTo>
                <a:cubicBezTo>
                  <a:pt x="305" y="196"/>
                  <a:pt x="309" y="206"/>
                  <a:pt x="311" y="217"/>
                </a:cubicBezTo>
                <a:close/>
                <a:moveTo>
                  <a:pt x="162" y="0"/>
                </a:moveTo>
                <a:cubicBezTo>
                  <a:pt x="181" y="0"/>
                  <a:pt x="198" y="10"/>
                  <a:pt x="210" y="24"/>
                </a:cubicBezTo>
                <a:cubicBezTo>
                  <a:pt x="218" y="34"/>
                  <a:pt x="224" y="45"/>
                  <a:pt x="228" y="59"/>
                </a:cubicBezTo>
                <a:cubicBezTo>
                  <a:pt x="232" y="58"/>
                  <a:pt x="239" y="57"/>
                  <a:pt x="241" y="62"/>
                </a:cubicBezTo>
                <a:cubicBezTo>
                  <a:pt x="244" y="70"/>
                  <a:pt x="242" y="87"/>
                  <a:pt x="237" y="89"/>
                </a:cubicBezTo>
                <a:cubicBezTo>
                  <a:pt x="235" y="90"/>
                  <a:pt x="232" y="90"/>
                  <a:pt x="229" y="90"/>
                </a:cubicBezTo>
                <a:cubicBezTo>
                  <a:pt x="229" y="94"/>
                  <a:pt x="228" y="99"/>
                  <a:pt x="227" y="103"/>
                </a:cubicBezTo>
                <a:cubicBezTo>
                  <a:pt x="222" y="104"/>
                  <a:pt x="217" y="105"/>
                  <a:pt x="213" y="106"/>
                </a:cubicBezTo>
                <a:cubicBezTo>
                  <a:pt x="216" y="98"/>
                  <a:pt x="217" y="89"/>
                  <a:pt x="217" y="80"/>
                </a:cubicBezTo>
                <a:cubicBezTo>
                  <a:pt x="217" y="68"/>
                  <a:pt x="215" y="57"/>
                  <a:pt x="210" y="47"/>
                </a:cubicBezTo>
                <a:cubicBezTo>
                  <a:pt x="173" y="76"/>
                  <a:pt x="125" y="55"/>
                  <a:pt x="113" y="50"/>
                </a:cubicBezTo>
                <a:cubicBezTo>
                  <a:pt x="109" y="59"/>
                  <a:pt x="107" y="69"/>
                  <a:pt x="107" y="80"/>
                </a:cubicBezTo>
                <a:cubicBezTo>
                  <a:pt x="107" y="89"/>
                  <a:pt x="109" y="98"/>
                  <a:pt x="112" y="106"/>
                </a:cubicBezTo>
                <a:cubicBezTo>
                  <a:pt x="107" y="105"/>
                  <a:pt x="103" y="104"/>
                  <a:pt x="98" y="103"/>
                </a:cubicBezTo>
                <a:cubicBezTo>
                  <a:pt x="97" y="99"/>
                  <a:pt x="96" y="94"/>
                  <a:pt x="95" y="90"/>
                </a:cubicBezTo>
                <a:cubicBezTo>
                  <a:pt x="93" y="90"/>
                  <a:pt x="90" y="90"/>
                  <a:pt x="88" y="89"/>
                </a:cubicBezTo>
                <a:cubicBezTo>
                  <a:pt x="82" y="87"/>
                  <a:pt x="81" y="70"/>
                  <a:pt x="84" y="62"/>
                </a:cubicBezTo>
                <a:cubicBezTo>
                  <a:pt x="86" y="57"/>
                  <a:pt x="92" y="58"/>
                  <a:pt x="97" y="59"/>
                </a:cubicBezTo>
                <a:cubicBezTo>
                  <a:pt x="100" y="45"/>
                  <a:pt x="106" y="34"/>
                  <a:pt x="114" y="24"/>
                </a:cubicBezTo>
                <a:cubicBezTo>
                  <a:pt x="126" y="10"/>
                  <a:pt x="143" y="0"/>
                  <a:pt x="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848683" y="2770484"/>
            <a:ext cx="84946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chemeClr val="accent1"/>
                </a:solidFill>
                <a:cs typeface="+mn-ea"/>
                <a:sym typeface="+mn-lt"/>
              </a:rPr>
              <a:t>保研预推免</a:t>
            </a:r>
            <a:r>
              <a:rPr lang="zh-CN" altLang="en-US" sz="6600" b="1" spc="600" dirty="0" smtClean="0">
                <a:solidFill>
                  <a:schemeClr val="accent1"/>
                </a:solidFill>
                <a:cs typeface="+mn-ea"/>
                <a:sym typeface="+mn-lt"/>
              </a:rPr>
              <a:t>自我介绍</a:t>
            </a:r>
            <a:endParaRPr lang="zh-CN" altLang="en-US" sz="66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5057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792239" y="2099707"/>
            <a:ext cx="26474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SCIENCE AND TECHNOLOGY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5277757" y="1227729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accent1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19" name="ïşļíḋê">
            <a:extLst>
              <a:ext uri="{FF2B5EF4-FFF2-40B4-BE49-F238E27FC236}">
                <a16:creationId xmlns:a16="http://schemas.microsoft.com/office/drawing/2014/main" xmlns="" id="{F9E01EF1-D3ED-45FF-A9D6-FB6242297DAB}"/>
              </a:ext>
            </a:extLst>
          </p:cNvPr>
          <p:cNvSpPr/>
          <p:nvPr/>
        </p:nvSpPr>
        <p:spPr>
          <a:xfrm>
            <a:off x="22171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34" name="ïşļíḋê">
            <a:extLst>
              <a:ext uri="{FF2B5EF4-FFF2-40B4-BE49-F238E27FC236}">
                <a16:creationId xmlns:a16="http://schemas.microsoft.com/office/drawing/2014/main" xmlns="" id="{EE4A59C7-E56C-426F-AD26-55A7CDF54555}"/>
              </a:ext>
            </a:extLst>
          </p:cNvPr>
          <p:cNvSpPr/>
          <p:nvPr/>
        </p:nvSpPr>
        <p:spPr>
          <a:xfrm>
            <a:off x="4575130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2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37" name="ïşļíḋê">
            <a:extLst>
              <a:ext uri="{FF2B5EF4-FFF2-40B4-BE49-F238E27FC236}">
                <a16:creationId xmlns:a16="http://schemas.microsoft.com/office/drawing/2014/main" xmlns="" id="{820F2665-7696-4219-A3E5-0BE5EF41B221}"/>
              </a:ext>
            </a:extLst>
          </p:cNvPr>
          <p:cNvSpPr/>
          <p:nvPr/>
        </p:nvSpPr>
        <p:spPr>
          <a:xfrm>
            <a:off x="6933097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3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38" name="ïşļíḋê">
            <a:extLst>
              <a:ext uri="{FF2B5EF4-FFF2-40B4-BE49-F238E27FC236}">
                <a16:creationId xmlns:a16="http://schemas.microsoft.com/office/drawing/2014/main" xmlns="" id="{7A5E18C5-47B4-4827-BF23-4FFF3FCFD229}"/>
              </a:ext>
            </a:extLst>
          </p:cNvPr>
          <p:cNvSpPr/>
          <p:nvPr/>
        </p:nvSpPr>
        <p:spPr>
          <a:xfrm>
            <a:off x="92910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4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xmlns="" id="{E0D79E4B-6EDB-4D0A-8E48-2D0A9D3BE908}"/>
              </a:ext>
            </a:extLst>
          </p:cNvPr>
          <p:cNvCxnSpPr/>
          <p:nvPr/>
        </p:nvCxnSpPr>
        <p:spPr>
          <a:xfrm>
            <a:off x="38100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xmlns="" id="{AB80DD29-1BC5-45F8-9A2E-78039CE3B14D}"/>
              </a:ext>
            </a:extLst>
          </p:cNvPr>
          <p:cNvCxnSpPr/>
          <p:nvPr/>
        </p:nvCxnSpPr>
        <p:spPr>
          <a:xfrm>
            <a:off x="61214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xmlns="" id="{EE9D7075-3DC0-45A7-8674-5EBC9F1C2F49}"/>
              </a:ext>
            </a:extLst>
          </p:cNvPr>
          <p:cNvCxnSpPr/>
          <p:nvPr/>
        </p:nvCxnSpPr>
        <p:spPr>
          <a:xfrm>
            <a:off x="84328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xmlns="" id="{2A3676A7-3200-450C-A808-290D8DBA91AF}"/>
              </a:ext>
            </a:extLst>
          </p:cNvPr>
          <p:cNvSpPr txBox="1"/>
          <p:nvPr/>
        </p:nvSpPr>
        <p:spPr>
          <a:xfrm>
            <a:off x="14351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1"/>
                </a:solidFill>
                <a:cs typeface="+mn-ea"/>
                <a:sym typeface="+mn-lt"/>
              </a:rPr>
              <a:t>基本信息</a:t>
            </a:r>
            <a:endParaRPr lang="zh-CN" altLang="en-US" sz="3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FE21FC27-4052-4B93-BCC7-4E24D0ED5CCD}"/>
              </a:ext>
            </a:extLst>
          </p:cNvPr>
          <p:cNvSpPr txBox="1"/>
          <p:nvPr/>
        </p:nvSpPr>
        <p:spPr>
          <a:xfrm>
            <a:off x="3826933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2"/>
                </a:solidFill>
                <a:cs typeface="+mn-ea"/>
                <a:sym typeface="+mn-lt"/>
              </a:rPr>
              <a:t>科研经历</a:t>
            </a:r>
            <a:endParaRPr lang="zh-CN" altLang="en-US" sz="32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xmlns="" id="{2B6CFC3E-B63B-4C58-9241-7E69DDB9E6E8}"/>
              </a:ext>
            </a:extLst>
          </p:cNvPr>
          <p:cNvSpPr txBox="1"/>
          <p:nvPr/>
        </p:nvSpPr>
        <p:spPr>
          <a:xfrm>
            <a:off x="6218766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3"/>
                </a:solidFill>
                <a:cs typeface="+mn-ea"/>
                <a:sym typeface="+mn-lt"/>
              </a:rPr>
              <a:t>校园经历</a:t>
            </a:r>
            <a:endParaRPr lang="zh-CN" altLang="en-US" sz="32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xmlns="" id="{A7291141-14EE-44AD-ABEA-DE05C3D0C036}"/>
              </a:ext>
            </a:extLst>
          </p:cNvPr>
          <p:cNvSpPr txBox="1"/>
          <p:nvPr/>
        </p:nvSpPr>
        <p:spPr>
          <a:xfrm>
            <a:off x="86106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4"/>
                </a:solidFill>
                <a:cs typeface="+mn-ea"/>
                <a:sym typeface="+mn-lt"/>
              </a:rPr>
              <a:t>未来规划</a:t>
            </a:r>
            <a:endParaRPr lang="zh-CN" altLang="en-US" sz="3200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xmlns="" id="{2A12E9C9-49EE-4F1B-8527-D9804572B754}"/>
              </a:ext>
            </a:extLst>
          </p:cNvPr>
          <p:cNvSpPr txBox="1"/>
          <p:nvPr/>
        </p:nvSpPr>
        <p:spPr>
          <a:xfrm>
            <a:off x="1803063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essential information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xmlns="" id="{26B30280-6F64-4DB2-9DBD-FA0CBCB90CA1}"/>
              </a:ext>
            </a:extLst>
          </p:cNvPr>
          <p:cNvSpPr txBox="1"/>
          <p:nvPr/>
        </p:nvSpPr>
        <p:spPr>
          <a:xfrm>
            <a:off x="4186339" y="4157682"/>
            <a:ext cx="14957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Postgraduate entrance examination competition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xmlns="" id="{B03A62E2-0305-43F5-B03E-0040D285DBD2}"/>
              </a:ext>
            </a:extLst>
          </p:cNvPr>
          <p:cNvSpPr txBox="1"/>
          <p:nvPr/>
        </p:nvSpPr>
        <p:spPr>
          <a:xfrm>
            <a:off x="6559889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Campus experience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1CA69D94-87DA-460B-B3B5-916B5380D908}"/>
              </a:ext>
            </a:extLst>
          </p:cNvPr>
          <p:cNvSpPr txBox="1"/>
          <p:nvPr/>
        </p:nvSpPr>
        <p:spPr>
          <a:xfrm>
            <a:off x="8943165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Future planning</a:t>
            </a:r>
          </a:p>
        </p:txBody>
      </p:sp>
    </p:spTree>
    <p:extLst>
      <p:ext uri="{BB962C8B-B14F-4D97-AF65-F5344CB8AC3E}">
        <p14:creationId xmlns:p14="http://schemas.microsoft.com/office/powerpoint/2010/main" val="32462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cs typeface="+mn-ea"/>
                <a:sym typeface="+mn-lt"/>
              </a:rPr>
              <a:t>基本</a:t>
            </a:r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信息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01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88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Basic personal information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85542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个人基本情况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>
          <a:xfrm>
            <a:off x="5902575" y="2106239"/>
            <a:ext cx="6302125" cy="3631763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年龄：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岁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政治面貌：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党员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毕业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院校：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学院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GPA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3.6 /4.0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班级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排名：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3/32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主修课程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某某课程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891125" y="5077602"/>
            <a:ext cx="2983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spc="300" dirty="0">
                <a:solidFill>
                  <a:schemeClr val="accent1"/>
                </a:solidFill>
                <a:cs typeface="+mn-ea"/>
                <a:sym typeface="+mn-lt"/>
              </a:rPr>
              <a:t>姓名</a:t>
            </a:r>
            <a:r>
              <a:rPr lang="zh-CN" altLang="en-US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：繁画</a:t>
            </a:r>
            <a:r>
              <a:rPr lang="en-US" altLang="zh-CN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PPT</a:t>
            </a:r>
            <a:endParaRPr lang="zh-CN" altLang="en-US" sz="2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35550" y="5618938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本科院校：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060501" y="2106239"/>
            <a:ext cx="2641600" cy="264160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27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荣誉及奖励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52" y="1901259"/>
            <a:ext cx="2130280" cy="306227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192242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312332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523" y="2782205"/>
            <a:ext cx="2130280" cy="306227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816013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754071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601" y="1901259"/>
            <a:ext cx="2130280" cy="3062278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6475091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595181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140" y="2782205"/>
            <a:ext cx="2130280" cy="3062278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9094630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214720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346376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304872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892441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3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4335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09367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~1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21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3700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01442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~2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、十佳学生：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42926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科研经历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02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529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31" y="1964759"/>
            <a:ext cx="2130280" cy="3062278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602" y="2845705"/>
            <a:ext cx="2130280" cy="3062278"/>
          </a:xfrm>
          <a:prstGeom prst="rect">
            <a:avLst/>
          </a:prstGeom>
        </p:spPr>
      </p:pic>
      <p:cxnSp>
        <p:nvCxnSpPr>
          <p:cNvPr id="56" name="直接连接符 55"/>
          <p:cNvCxnSpPr/>
          <p:nvPr/>
        </p:nvCxnSpPr>
        <p:spPr>
          <a:xfrm>
            <a:off x="3512840" y="17880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6474075" y="2272787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474075" y="4297285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501442" y="1785050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501442" y="3881257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077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54" y="2232830"/>
            <a:ext cx="5175131" cy="34375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01442" y="23311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4000" b="1" dirty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</a:p>
        </p:txBody>
      </p:sp>
      <p:sp>
        <p:nvSpPr>
          <p:cNvPr id="11" name="矩形 10"/>
          <p:cNvSpPr/>
          <p:nvPr/>
        </p:nvSpPr>
        <p:spPr>
          <a:xfrm>
            <a:off x="6359775" y="3077326"/>
            <a:ext cx="4533650" cy="2308324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特长生：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253525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任意多边形 73"/>
          <p:cNvSpPr/>
          <p:nvPr/>
        </p:nvSpPr>
        <p:spPr>
          <a:xfrm>
            <a:off x="-16973" y="2625288"/>
            <a:ext cx="9948041" cy="3588024"/>
          </a:xfrm>
          <a:custGeom>
            <a:avLst/>
            <a:gdLst>
              <a:gd name="connsiteX0" fmla="*/ 0 w 7462038"/>
              <a:gd name="connsiteY0" fmla="*/ 153512 h 2729851"/>
              <a:gd name="connsiteX1" fmla="*/ 206908 w 7462038"/>
              <a:gd name="connsiteY1" fmla="*/ 153512 h 2729851"/>
              <a:gd name="connsiteX2" fmla="*/ 620724 w 7462038"/>
              <a:gd name="connsiteY2" fmla="*/ 180210 h 2729851"/>
              <a:gd name="connsiteX3" fmla="*/ 1047889 w 7462038"/>
              <a:gd name="connsiteY3" fmla="*/ 233605 h 2729851"/>
              <a:gd name="connsiteX4" fmla="*/ 1448356 w 7462038"/>
              <a:gd name="connsiteY4" fmla="*/ 293675 h 2729851"/>
              <a:gd name="connsiteX5" fmla="*/ 1962289 w 7462038"/>
              <a:gd name="connsiteY5" fmla="*/ 433839 h 2729851"/>
              <a:gd name="connsiteX6" fmla="*/ 2356082 w 7462038"/>
              <a:gd name="connsiteY6" fmla="*/ 580677 h 2729851"/>
              <a:gd name="connsiteX7" fmla="*/ 2763223 w 7462038"/>
              <a:gd name="connsiteY7" fmla="*/ 774236 h 2729851"/>
              <a:gd name="connsiteX8" fmla="*/ 3263807 w 7462038"/>
              <a:gd name="connsiteY8" fmla="*/ 1061237 h 2729851"/>
              <a:gd name="connsiteX9" fmla="*/ 3550809 w 7462038"/>
              <a:gd name="connsiteY9" fmla="*/ 1294843 h 2729851"/>
              <a:gd name="connsiteX10" fmla="*/ 3764391 w 7462038"/>
              <a:gd name="connsiteY10" fmla="*/ 1508426 h 2729851"/>
              <a:gd name="connsiteX11" fmla="*/ 4038044 w 7462038"/>
              <a:gd name="connsiteY11" fmla="*/ 1815451 h 2729851"/>
              <a:gd name="connsiteX12" fmla="*/ 4244952 w 7462038"/>
              <a:gd name="connsiteY12" fmla="*/ 2142499 h 2729851"/>
              <a:gd name="connsiteX13" fmla="*/ 4358418 w 7462038"/>
              <a:gd name="connsiteY13" fmla="*/ 2429500 h 2729851"/>
              <a:gd name="connsiteX14" fmla="*/ 4418488 w 7462038"/>
              <a:gd name="connsiteY14" fmla="*/ 2663106 h 2729851"/>
              <a:gd name="connsiteX15" fmla="*/ 4431837 w 7462038"/>
              <a:gd name="connsiteY15" fmla="*/ 2729851 h 2729851"/>
              <a:gd name="connsiteX16" fmla="*/ 7462038 w 7462038"/>
              <a:gd name="connsiteY16" fmla="*/ 2723176 h 2729851"/>
              <a:gd name="connsiteX17" fmla="*/ 7328549 w 7462038"/>
              <a:gd name="connsiteY17" fmla="*/ 2469547 h 2729851"/>
              <a:gd name="connsiteX18" fmla="*/ 7148339 w 7462038"/>
              <a:gd name="connsiteY18" fmla="*/ 2189220 h 2729851"/>
              <a:gd name="connsiteX19" fmla="*/ 6948105 w 7462038"/>
              <a:gd name="connsiteY19" fmla="*/ 1948940 h 2729851"/>
              <a:gd name="connsiteX20" fmla="*/ 6701150 w 7462038"/>
              <a:gd name="connsiteY20" fmla="*/ 1728683 h 2729851"/>
              <a:gd name="connsiteX21" fmla="*/ 6540964 w 7462038"/>
              <a:gd name="connsiteY21" fmla="*/ 1581845 h 2729851"/>
              <a:gd name="connsiteX22" fmla="*/ 6414149 w 7462038"/>
              <a:gd name="connsiteY22" fmla="*/ 1481728 h 2729851"/>
              <a:gd name="connsiteX23" fmla="*/ 6100450 w 7462038"/>
              <a:gd name="connsiteY23" fmla="*/ 1248122 h 2729851"/>
              <a:gd name="connsiteX24" fmla="*/ 5626564 w 7462038"/>
              <a:gd name="connsiteY24" fmla="*/ 987818 h 2729851"/>
              <a:gd name="connsiteX25" fmla="*/ 5266143 w 7462038"/>
              <a:gd name="connsiteY25" fmla="*/ 774236 h 2729851"/>
              <a:gd name="connsiteX26" fmla="*/ 4732187 w 7462038"/>
              <a:gd name="connsiteY26" fmla="*/ 540630 h 2729851"/>
              <a:gd name="connsiteX27" fmla="*/ 4318371 w 7462038"/>
              <a:gd name="connsiteY27" fmla="*/ 393792 h 2729851"/>
              <a:gd name="connsiteX28" fmla="*/ 3884531 w 7462038"/>
              <a:gd name="connsiteY28" fmla="*/ 300350 h 2729851"/>
              <a:gd name="connsiteX29" fmla="*/ 3330552 w 7462038"/>
              <a:gd name="connsiteY29" fmla="*/ 200233 h 2729851"/>
              <a:gd name="connsiteX30" fmla="*/ 2923410 w 7462038"/>
              <a:gd name="connsiteY30" fmla="*/ 146837 h 2729851"/>
              <a:gd name="connsiteX31" fmla="*/ 2603037 w 7462038"/>
              <a:gd name="connsiteY31" fmla="*/ 120140 h 2729851"/>
              <a:gd name="connsiteX32" fmla="*/ 2242616 w 7462038"/>
              <a:gd name="connsiteY32" fmla="*/ 73418 h 2729851"/>
              <a:gd name="connsiteX33" fmla="*/ 1948940 w 7462038"/>
              <a:gd name="connsiteY33" fmla="*/ 93442 h 2729851"/>
              <a:gd name="connsiteX34" fmla="*/ 1795428 w 7462038"/>
              <a:gd name="connsiteY34" fmla="*/ 80093 h 2729851"/>
              <a:gd name="connsiteX35" fmla="*/ 1481729 w 7462038"/>
              <a:gd name="connsiteY35" fmla="*/ 53395 h 2729851"/>
              <a:gd name="connsiteX36" fmla="*/ 1201402 w 7462038"/>
              <a:gd name="connsiteY36" fmla="*/ 53395 h 2729851"/>
              <a:gd name="connsiteX37" fmla="*/ 647422 w 7462038"/>
              <a:gd name="connsiteY37" fmla="*/ 20023 h 2729851"/>
              <a:gd name="connsiteX38" fmla="*/ 333723 w 7462038"/>
              <a:gd name="connsiteY38" fmla="*/ 0 h 2729851"/>
              <a:gd name="connsiteX39" fmla="*/ 33372 w 7462038"/>
              <a:gd name="connsiteY39" fmla="*/ 0 h 2729851"/>
              <a:gd name="connsiteX40" fmla="*/ 6675 w 7462038"/>
              <a:gd name="connsiteY40" fmla="*/ 0 h 2729851"/>
              <a:gd name="connsiteX41" fmla="*/ 0 w 7462038"/>
              <a:gd name="connsiteY41" fmla="*/ 153512 h 272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462038" h="2729851">
                <a:moveTo>
                  <a:pt x="0" y="153512"/>
                </a:moveTo>
                <a:lnTo>
                  <a:pt x="206908" y="153512"/>
                </a:lnTo>
                <a:lnTo>
                  <a:pt x="620724" y="180210"/>
                </a:lnTo>
                <a:lnTo>
                  <a:pt x="1047889" y="233605"/>
                </a:lnTo>
                <a:lnTo>
                  <a:pt x="1448356" y="293675"/>
                </a:lnTo>
                <a:lnTo>
                  <a:pt x="1962289" y="433839"/>
                </a:lnTo>
                <a:lnTo>
                  <a:pt x="2356082" y="580677"/>
                </a:lnTo>
                <a:lnTo>
                  <a:pt x="2763223" y="774236"/>
                </a:lnTo>
                <a:lnTo>
                  <a:pt x="3263807" y="1061237"/>
                </a:lnTo>
                <a:lnTo>
                  <a:pt x="3550809" y="1294843"/>
                </a:lnTo>
                <a:lnTo>
                  <a:pt x="3764391" y="1508426"/>
                </a:lnTo>
                <a:lnTo>
                  <a:pt x="4038044" y="1815451"/>
                </a:lnTo>
                <a:lnTo>
                  <a:pt x="4244952" y="2142499"/>
                </a:lnTo>
                <a:lnTo>
                  <a:pt x="4358418" y="2429500"/>
                </a:lnTo>
                <a:lnTo>
                  <a:pt x="4418488" y="2663106"/>
                </a:lnTo>
                <a:lnTo>
                  <a:pt x="4431837" y="2729851"/>
                </a:lnTo>
                <a:lnTo>
                  <a:pt x="7462038" y="2723176"/>
                </a:lnTo>
                <a:lnTo>
                  <a:pt x="7328549" y="2469547"/>
                </a:lnTo>
                <a:lnTo>
                  <a:pt x="7148339" y="2189220"/>
                </a:lnTo>
                <a:lnTo>
                  <a:pt x="6948105" y="1948940"/>
                </a:lnTo>
                <a:lnTo>
                  <a:pt x="6701150" y="1728683"/>
                </a:lnTo>
                <a:lnTo>
                  <a:pt x="6540964" y="1581845"/>
                </a:lnTo>
                <a:lnTo>
                  <a:pt x="6414149" y="1481728"/>
                </a:lnTo>
                <a:lnTo>
                  <a:pt x="6100450" y="1248122"/>
                </a:lnTo>
                <a:lnTo>
                  <a:pt x="5626564" y="987818"/>
                </a:lnTo>
                <a:lnTo>
                  <a:pt x="5266143" y="774236"/>
                </a:lnTo>
                <a:lnTo>
                  <a:pt x="4732187" y="540630"/>
                </a:lnTo>
                <a:lnTo>
                  <a:pt x="4318371" y="393792"/>
                </a:lnTo>
                <a:lnTo>
                  <a:pt x="3884531" y="300350"/>
                </a:lnTo>
                <a:lnTo>
                  <a:pt x="3330552" y="200233"/>
                </a:lnTo>
                <a:lnTo>
                  <a:pt x="2923410" y="146837"/>
                </a:lnTo>
                <a:lnTo>
                  <a:pt x="2603037" y="120140"/>
                </a:lnTo>
                <a:lnTo>
                  <a:pt x="2242616" y="73418"/>
                </a:lnTo>
                <a:lnTo>
                  <a:pt x="1948940" y="93442"/>
                </a:lnTo>
                <a:lnTo>
                  <a:pt x="1795428" y="80093"/>
                </a:lnTo>
                <a:lnTo>
                  <a:pt x="1481729" y="53395"/>
                </a:lnTo>
                <a:lnTo>
                  <a:pt x="1201402" y="53395"/>
                </a:lnTo>
                <a:lnTo>
                  <a:pt x="647422" y="20023"/>
                </a:lnTo>
                <a:lnTo>
                  <a:pt x="333723" y="0"/>
                </a:lnTo>
                <a:lnTo>
                  <a:pt x="33372" y="0"/>
                </a:lnTo>
                <a:lnTo>
                  <a:pt x="6675" y="0"/>
                </a:lnTo>
                <a:lnTo>
                  <a:pt x="0" y="153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rtlCol="0" anchor="ctr"/>
          <a:lstStyle/>
          <a:p>
            <a:pPr algn="ctr"/>
            <a:endParaRPr lang="zh-CN" altLang="en-US" sz="2399">
              <a:cs typeface="+mn-ea"/>
              <a:sym typeface="+mn-lt"/>
            </a:endParaRPr>
          </a:p>
        </p:txBody>
      </p:sp>
      <p:pic>
        <p:nvPicPr>
          <p:cNvPr id="75" name="Picture 18" descr="Hotel-And-Restaurant-Table-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26113" y="2083853"/>
            <a:ext cx="1139676" cy="854873"/>
          </a:xfrm>
          <a:prstGeom prst="rect">
            <a:avLst/>
          </a:prstGeom>
          <a:effectLst>
            <a:outerShdw blurRad="50800" dist="25400" dir="12720000">
              <a:sysClr val="window" lastClr="FFFFFF">
                <a:lumMod val="50000"/>
                <a:alpha val="43000"/>
              </a:sysClr>
            </a:outerShdw>
            <a:reflection stA="50000" endPos="22000" dist="12700" dir="5400000" sy="-100000" algn="bl" rotWithShape="0"/>
          </a:effectLst>
        </p:spPr>
      </p:pic>
      <p:pic>
        <p:nvPicPr>
          <p:cNvPr id="76" name="Picture 19" descr="Health-Care-Professional-Blue-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8488" y="2132502"/>
            <a:ext cx="1148941" cy="8618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7" name="Picture 20" descr="World-Wide-Web-Grey-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26455" y="2188103"/>
            <a:ext cx="1241600" cy="9313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8" name="Picture 21" descr="weddin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05734" y="2242012"/>
            <a:ext cx="1317981" cy="988619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79" name="Picture 22" descr="education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663889" y="2343138"/>
            <a:ext cx="1430735" cy="1073197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0" name="Picture 23" descr="science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79934" y="2467420"/>
            <a:ext cx="1703141" cy="1277525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1" name="Picture 24" descr="Billede til free sample-templates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59227" y="2678887"/>
            <a:ext cx="1940100" cy="1455271"/>
          </a:xfrm>
          <a:prstGeom prst="rect">
            <a:avLst/>
          </a:prstGeom>
          <a:effectLst>
            <a:outerShdw blurRad="50800" dist="25400" dir="1200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2" name="Picture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81" y="3141968"/>
            <a:ext cx="2062774" cy="1631605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83" name="Picture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88" y="3878418"/>
            <a:ext cx="2476012" cy="1909884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sp>
        <p:nvSpPr>
          <p:cNvPr id="84" name="TextBox 54"/>
          <p:cNvSpPr txBox="1">
            <a:spLocks noChangeArrowheads="1"/>
          </p:cNvSpPr>
          <p:nvPr/>
        </p:nvSpPr>
        <p:spPr bwMode="auto">
          <a:xfrm>
            <a:off x="7609243" y="1701640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5" name="文本框 8"/>
          <p:cNvSpPr txBox="1"/>
          <p:nvPr/>
        </p:nvSpPr>
        <p:spPr>
          <a:xfrm>
            <a:off x="652990" y="4130494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灯片编号占位符 13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121907" tIns="60953" rIns="121907" bIns="60953" rtlCol="0" anchor="ctr"/>
          <a:lstStyle/>
          <a:p>
            <a:fld id="{E050F338-EFDA-4F8E-882C-DA95E7E9D7D9}" type="slidenum">
              <a:rPr lang="zh-CN" altLang="en-US" smtClean="0">
                <a:cs typeface="+mn-ea"/>
                <a:sym typeface="+mn-lt"/>
              </a:rPr>
              <a:pPr/>
              <a:t>11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7" name="TextBox 54"/>
          <p:cNvSpPr txBox="1">
            <a:spLocks noChangeArrowheads="1"/>
          </p:cNvSpPr>
          <p:nvPr/>
        </p:nvSpPr>
        <p:spPr bwMode="auto">
          <a:xfrm>
            <a:off x="8378057" y="3027104"/>
            <a:ext cx="3625257" cy="106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367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7776254" y="3296592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7776254" y="1816440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7776254" y="4864171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1417" y="1923313"/>
            <a:ext cx="2114684" cy="40392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604273" y="1923313"/>
            <a:ext cx="2114684" cy="403926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907129" y="1923313"/>
            <a:ext cx="2114684" cy="403926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064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2"/>
          <p:cNvGrpSpPr>
            <a:grpSpLocks noChangeAspect="1"/>
          </p:cNvGrpSpPr>
          <p:nvPr/>
        </p:nvGrpSpPr>
        <p:grpSpPr bwMode="auto">
          <a:xfrm>
            <a:off x="2105245" y="1927309"/>
            <a:ext cx="8016435" cy="2993860"/>
            <a:chOff x="1001486" y="2422329"/>
            <a:chExt cx="6844048" cy="2556478"/>
          </a:xfrm>
        </p:grpSpPr>
        <p:sp>
          <p:nvSpPr>
            <p:cNvPr id="37" name="Freeform 3"/>
            <p:cNvSpPr/>
            <p:nvPr/>
          </p:nvSpPr>
          <p:spPr>
            <a:xfrm>
              <a:off x="1959653" y="4012334"/>
              <a:ext cx="1115376" cy="955629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38" name="Hexagon 7"/>
            <p:cNvSpPr/>
            <p:nvPr/>
          </p:nvSpPr>
          <p:spPr>
            <a:xfrm>
              <a:off x="1001486" y="3482332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39" name="Freeform 9"/>
            <p:cNvSpPr/>
            <p:nvPr/>
          </p:nvSpPr>
          <p:spPr>
            <a:xfrm>
              <a:off x="2919175" y="347962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hemeClr val="accent5">
                <a:hueOff val="3432332"/>
                <a:satOff val="-6875"/>
                <a:lumOff val="-4353"/>
                <a:alphaOff val="0"/>
              </a:schemeClr>
            </a:fillRef>
            <a:effectRef idx="0">
              <a:schemeClr val="accent5">
                <a:hueOff val="3432332"/>
                <a:satOff val="-6875"/>
                <a:lumOff val="-4353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0" name="Hexagon 11"/>
            <p:cNvSpPr/>
            <p:nvPr/>
          </p:nvSpPr>
          <p:spPr>
            <a:xfrm>
              <a:off x="3877341" y="4009623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1" name="Freeform 13"/>
            <p:cNvSpPr/>
            <p:nvPr/>
          </p:nvSpPr>
          <p:spPr>
            <a:xfrm>
              <a:off x="1959653" y="2953686"/>
              <a:ext cx="1115376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hemeClr val="accent5">
                <a:hueOff val="6864664"/>
                <a:satOff val="-13750"/>
                <a:lumOff val="-8706"/>
                <a:alphaOff val="0"/>
              </a:schemeClr>
            </a:fillRef>
            <a:effectRef idx="0">
              <a:schemeClr val="accent5">
                <a:hueOff val="6864664"/>
                <a:satOff val="-13750"/>
                <a:lumOff val="-8706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2" name="Hexagon 15"/>
            <p:cNvSpPr/>
            <p:nvPr/>
          </p:nvSpPr>
          <p:spPr>
            <a:xfrm>
              <a:off x="2919175" y="2422329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3" name="Freeform 17"/>
            <p:cNvSpPr/>
            <p:nvPr/>
          </p:nvSpPr>
          <p:spPr>
            <a:xfrm>
              <a:off x="3877341" y="295233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4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hemeClr val="accent5">
                <a:hueOff val="10296996"/>
                <a:satOff val="-20624"/>
                <a:lumOff val="-13059"/>
                <a:alphaOff val="0"/>
              </a:schemeClr>
            </a:fillRef>
            <a:effectRef idx="0">
              <a:schemeClr val="accent5">
                <a:hueOff val="10296996"/>
                <a:satOff val="-20624"/>
                <a:lumOff val="-13059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4" name="Hexagon 22"/>
            <p:cNvSpPr/>
            <p:nvPr/>
          </p:nvSpPr>
          <p:spPr>
            <a:xfrm>
              <a:off x="4835509" y="3490465"/>
              <a:ext cx="1114021" cy="955630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5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5" name="Freeform 24"/>
            <p:cNvSpPr/>
            <p:nvPr/>
          </p:nvSpPr>
          <p:spPr>
            <a:xfrm>
              <a:off x="4835509" y="2431818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hemeClr val="accent5">
                <a:hueOff val="13729329"/>
                <a:satOff val="-27499"/>
                <a:lumOff val="-17412"/>
                <a:alphaOff val="0"/>
              </a:schemeClr>
            </a:fillRef>
            <a:effectRef idx="0">
              <a:schemeClr val="accent5">
                <a:hueOff val="13729329"/>
                <a:satOff val="-27499"/>
                <a:lumOff val="-17412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6" name="Hexagon 26"/>
            <p:cNvSpPr/>
            <p:nvPr/>
          </p:nvSpPr>
          <p:spPr>
            <a:xfrm>
              <a:off x="5795031" y="2965886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6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7" name="Freeform 28"/>
            <p:cNvSpPr/>
            <p:nvPr/>
          </p:nvSpPr>
          <p:spPr>
            <a:xfrm>
              <a:off x="5795031" y="4021822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hemeClr val="accent5">
                <a:hueOff val="17161661"/>
                <a:satOff val="-34374"/>
                <a:lumOff val="-21765"/>
                <a:alphaOff val="0"/>
              </a:schemeClr>
            </a:fillRef>
            <a:effectRef idx="0">
              <a:schemeClr val="accent5">
                <a:hueOff val="17161661"/>
                <a:satOff val="-34374"/>
                <a:lumOff val="-21765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8" name="Hexagon 30"/>
            <p:cNvSpPr/>
            <p:nvPr/>
          </p:nvSpPr>
          <p:spPr>
            <a:xfrm>
              <a:off x="6731513" y="3499954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</p:grpSp>
      <p:sp>
        <p:nvSpPr>
          <p:cNvPr id="49" name="Freeform 7"/>
          <p:cNvSpPr>
            <a:spLocks noChangeAspect="1" noEditPoints="1"/>
          </p:cNvSpPr>
          <p:nvPr/>
        </p:nvSpPr>
        <p:spPr bwMode="auto">
          <a:xfrm>
            <a:off x="3652973" y="3994121"/>
            <a:ext cx="454000" cy="455588"/>
          </a:xfrm>
          <a:custGeom>
            <a:avLst/>
            <a:gdLst>
              <a:gd name="T0" fmla="*/ 347 w 376"/>
              <a:gd name="T1" fmla="*/ 284 h 376"/>
              <a:gd name="T2" fmla="*/ 347 w 376"/>
              <a:gd name="T3" fmla="*/ 238 h 376"/>
              <a:gd name="T4" fmla="*/ 278 w 376"/>
              <a:gd name="T5" fmla="*/ 169 h 376"/>
              <a:gd name="T6" fmla="*/ 238 w 376"/>
              <a:gd name="T7" fmla="*/ 169 h 376"/>
              <a:gd name="T8" fmla="*/ 207 w 376"/>
              <a:gd name="T9" fmla="*/ 148 h 376"/>
              <a:gd name="T10" fmla="*/ 207 w 376"/>
              <a:gd name="T11" fmla="*/ 92 h 376"/>
              <a:gd name="T12" fmla="*/ 236 w 376"/>
              <a:gd name="T13" fmla="*/ 48 h 376"/>
              <a:gd name="T14" fmla="*/ 188 w 376"/>
              <a:gd name="T15" fmla="*/ 0 h 376"/>
              <a:gd name="T16" fmla="*/ 140 w 376"/>
              <a:gd name="T17" fmla="*/ 48 h 376"/>
              <a:gd name="T18" fmla="*/ 169 w 376"/>
              <a:gd name="T19" fmla="*/ 92 h 376"/>
              <a:gd name="T20" fmla="*/ 169 w 376"/>
              <a:gd name="T21" fmla="*/ 148 h 376"/>
              <a:gd name="T22" fmla="*/ 138 w 376"/>
              <a:gd name="T23" fmla="*/ 169 h 376"/>
              <a:gd name="T24" fmla="*/ 98 w 376"/>
              <a:gd name="T25" fmla="*/ 169 h 376"/>
              <a:gd name="T26" fmla="*/ 29 w 376"/>
              <a:gd name="T27" fmla="*/ 238 h 376"/>
              <a:gd name="T28" fmla="*/ 29 w 376"/>
              <a:gd name="T29" fmla="*/ 284 h 376"/>
              <a:gd name="T30" fmla="*/ 0 w 376"/>
              <a:gd name="T31" fmla="*/ 328 h 376"/>
              <a:gd name="T32" fmla="*/ 48 w 376"/>
              <a:gd name="T33" fmla="*/ 376 h 376"/>
              <a:gd name="T34" fmla="*/ 96 w 376"/>
              <a:gd name="T35" fmla="*/ 328 h 376"/>
              <a:gd name="T36" fmla="*/ 67 w 376"/>
              <a:gd name="T37" fmla="*/ 284 h 376"/>
              <a:gd name="T38" fmla="*/ 67 w 376"/>
              <a:gd name="T39" fmla="*/ 238 h 376"/>
              <a:gd name="T40" fmla="*/ 98 w 376"/>
              <a:gd name="T41" fmla="*/ 207 h 376"/>
              <a:gd name="T42" fmla="*/ 138 w 376"/>
              <a:gd name="T43" fmla="*/ 207 h 376"/>
              <a:gd name="T44" fmla="*/ 169 w 376"/>
              <a:gd name="T45" fmla="*/ 202 h 376"/>
              <a:gd name="T46" fmla="*/ 169 w 376"/>
              <a:gd name="T47" fmla="*/ 284 h 376"/>
              <a:gd name="T48" fmla="*/ 140 w 376"/>
              <a:gd name="T49" fmla="*/ 328 h 376"/>
              <a:gd name="T50" fmla="*/ 188 w 376"/>
              <a:gd name="T51" fmla="*/ 376 h 376"/>
              <a:gd name="T52" fmla="*/ 236 w 376"/>
              <a:gd name="T53" fmla="*/ 328 h 376"/>
              <a:gd name="T54" fmla="*/ 207 w 376"/>
              <a:gd name="T55" fmla="*/ 284 h 376"/>
              <a:gd name="T56" fmla="*/ 207 w 376"/>
              <a:gd name="T57" fmla="*/ 202 h 376"/>
              <a:gd name="T58" fmla="*/ 238 w 376"/>
              <a:gd name="T59" fmla="*/ 207 h 376"/>
              <a:gd name="T60" fmla="*/ 278 w 376"/>
              <a:gd name="T61" fmla="*/ 207 h 376"/>
              <a:gd name="T62" fmla="*/ 309 w 376"/>
              <a:gd name="T63" fmla="*/ 238 h 376"/>
              <a:gd name="T64" fmla="*/ 309 w 376"/>
              <a:gd name="T65" fmla="*/ 284 h 376"/>
              <a:gd name="T66" fmla="*/ 280 w 376"/>
              <a:gd name="T67" fmla="*/ 328 h 376"/>
              <a:gd name="T68" fmla="*/ 328 w 376"/>
              <a:gd name="T69" fmla="*/ 376 h 376"/>
              <a:gd name="T70" fmla="*/ 376 w 376"/>
              <a:gd name="T71" fmla="*/ 328 h 376"/>
              <a:gd name="T72" fmla="*/ 347 w 376"/>
              <a:gd name="T73" fmla="*/ 284 h 376"/>
              <a:gd name="T74" fmla="*/ 75 w 376"/>
              <a:gd name="T75" fmla="*/ 328 h 376"/>
              <a:gd name="T76" fmla="*/ 48 w 376"/>
              <a:gd name="T77" fmla="*/ 356 h 376"/>
              <a:gd name="T78" fmla="*/ 20 w 376"/>
              <a:gd name="T79" fmla="*/ 328 h 376"/>
              <a:gd name="T80" fmla="*/ 48 w 376"/>
              <a:gd name="T81" fmla="*/ 300 h 376"/>
              <a:gd name="T82" fmla="*/ 75 w 376"/>
              <a:gd name="T83" fmla="*/ 328 h 376"/>
              <a:gd name="T84" fmla="*/ 160 w 376"/>
              <a:gd name="T85" fmla="*/ 48 h 376"/>
              <a:gd name="T86" fmla="*/ 188 w 376"/>
              <a:gd name="T87" fmla="*/ 20 h 376"/>
              <a:gd name="T88" fmla="*/ 215 w 376"/>
              <a:gd name="T89" fmla="*/ 48 h 376"/>
              <a:gd name="T90" fmla="*/ 188 w 376"/>
              <a:gd name="T91" fmla="*/ 76 h 376"/>
              <a:gd name="T92" fmla="*/ 160 w 376"/>
              <a:gd name="T93" fmla="*/ 48 h 376"/>
              <a:gd name="T94" fmla="*/ 215 w 376"/>
              <a:gd name="T95" fmla="*/ 328 h 376"/>
              <a:gd name="T96" fmla="*/ 188 w 376"/>
              <a:gd name="T97" fmla="*/ 356 h 376"/>
              <a:gd name="T98" fmla="*/ 160 w 376"/>
              <a:gd name="T99" fmla="*/ 328 h 376"/>
              <a:gd name="T100" fmla="*/ 188 w 376"/>
              <a:gd name="T101" fmla="*/ 300 h 376"/>
              <a:gd name="T102" fmla="*/ 215 w 376"/>
              <a:gd name="T103" fmla="*/ 328 h 376"/>
              <a:gd name="T104" fmla="*/ 328 w 376"/>
              <a:gd name="T105" fmla="*/ 356 h 376"/>
              <a:gd name="T106" fmla="*/ 300 w 376"/>
              <a:gd name="T107" fmla="*/ 328 h 376"/>
              <a:gd name="T108" fmla="*/ 328 w 376"/>
              <a:gd name="T109" fmla="*/ 300 h 376"/>
              <a:gd name="T110" fmla="*/ 355 w 376"/>
              <a:gd name="T111" fmla="*/ 328 h 376"/>
              <a:gd name="T112" fmla="*/ 328 w 376"/>
              <a:gd name="T113" fmla="*/ 35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1" name="Freeform 12"/>
          <p:cNvSpPr>
            <a:spLocks noChangeAspect="1" noEditPoints="1"/>
          </p:cNvSpPr>
          <p:nvPr/>
        </p:nvSpPr>
        <p:spPr bwMode="auto">
          <a:xfrm>
            <a:off x="9172407" y="3457576"/>
            <a:ext cx="593692" cy="361929"/>
          </a:xfrm>
          <a:custGeom>
            <a:avLst/>
            <a:gdLst>
              <a:gd name="T0" fmla="*/ 152 w 400"/>
              <a:gd name="T1" fmla="*/ 7 h 244"/>
              <a:gd name="T2" fmla="*/ 127 w 400"/>
              <a:gd name="T3" fmla="*/ 7 h 244"/>
              <a:gd name="T4" fmla="*/ 0 w 400"/>
              <a:gd name="T5" fmla="*/ 122 h 244"/>
              <a:gd name="T6" fmla="*/ 127 w 400"/>
              <a:gd name="T7" fmla="*/ 237 h 244"/>
              <a:gd name="T8" fmla="*/ 152 w 400"/>
              <a:gd name="T9" fmla="*/ 237 h 244"/>
              <a:gd name="T10" fmla="*/ 152 w 400"/>
              <a:gd name="T11" fmla="*/ 212 h 244"/>
              <a:gd name="T12" fmla="*/ 53 w 400"/>
              <a:gd name="T13" fmla="*/ 122 h 244"/>
              <a:gd name="T14" fmla="*/ 152 w 400"/>
              <a:gd name="T15" fmla="*/ 32 h 244"/>
              <a:gd name="T16" fmla="*/ 152 w 400"/>
              <a:gd name="T17" fmla="*/ 7 h 244"/>
              <a:gd name="T18" fmla="*/ 272 w 400"/>
              <a:gd name="T19" fmla="*/ 7 h 244"/>
              <a:gd name="T20" fmla="*/ 248 w 400"/>
              <a:gd name="T21" fmla="*/ 7 h 244"/>
              <a:gd name="T22" fmla="*/ 248 w 400"/>
              <a:gd name="T23" fmla="*/ 32 h 244"/>
              <a:gd name="T24" fmla="*/ 347 w 400"/>
              <a:gd name="T25" fmla="*/ 122 h 244"/>
              <a:gd name="T26" fmla="*/ 248 w 400"/>
              <a:gd name="T27" fmla="*/ 212 h 244"/>
              <a:gd name="T28" fmla="*/ 248 w 400"/>
              <a:gd name="T29" fmla="*/ 237 h 244"/>
              <a:gd name="T30" fmla="*/ 272 w 400"/>
              <a:gd name="T31" fmla="*/ 237 h 244"/>
              <a:gd name="T32" fmla="*/ 400 w 400"/>
              <a:gd name="T33" fmla="*/ 122 h 244"/>
              <a:gd name="T34" fmla="*/ 272 w 400"/>
              <a:gd name="T35" fmla="*/ 7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0" h="244">
                <a:moveTo>
                  <a:pt x="152" y="7"/>
                </a:moveTo>
                <a:cubicBezTo>
                  <a:pt x="145" y="0"/>
                  <a:pt x="135" y="0"/>
                  <a:pt x="127" y="7"/>
                </a:cubicBezTo>
                <a:cubicBezTo>
                  <a:pt x="0" y="122"/>
                  <a:pt x="0" y="122"/>
                  <a:pt x="0" y="122"/>
                </a:cubicBezTo>
                <a:cubicBezTo>
                  <a:pt x="127" y="237"/>
                  <a:pt x="127" y="237"/>
                  <a:pt x="127" y="237"/>
                </a:cubicBezTo>
                <a:cubicBezTo>
                  <a:pt x="135" y="244"/>
                  <a:pt x="145" y="244"/>
                  <a:pt x="152" y="237"/>
                </a:cubicBezTo>
                <a:cubicBezTo>
                  <a:pt x="159" y="230"/>
                  <a:pt x="159" y="219"/>
                  <a:pt x="152" y="212"/>
                </a:cubicBezTo>
                <a:cubicBezTo>
                  <a:pt x="53" y="122"/>
                  <a:pt x="53" y="122"/>
                  <a:pt x="53" y="12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9" y="25"/>
                  <a:pt x="159" y="14"/>
                  <a:pt x="152" y="7"/>
                </a:cubicBezTo>
                <a:close/>
                <a:moveTo>
                  <a:pt x="272" y="7"/>
                </a:moveTo>
                <a:cubicBezTo>
                  <a:pt x="265" y="0"/>
                  <a:pt x="255" y="0"/>
                  <a:pt x="248" y="7"/>
                </a:cubicBezTo>
                <a:cubicBezTo>
                  <a:pt x="240" y="14"/>
                  <a:pt x="241" y="25"/>
                  <a:pt x="248" y="32"/>
                </a:cubicBezTo>
                <a:cubicBezTo>
                  <a:pt x="347" y="122"/>
                  <a:pt x="347" y="122"/>
                  <a:pt x="347" y="12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1" y="219"/>
                  <a:pt x="240" y="230"/>
                  <a:pt x="248" y="237"/>
                </a:cubicBezTo>
                <a:cubicBezTo>
                  <a:pt x="255" y="244"/>
                  <a:pt x="265" y="244"/>
                  <a:pt x="272" y="237"/>
                </a:cubicBezTo>
                <a:cubicBezTo>
                  <a:pt x="400" y="122"/>
                  <a:pt x="400" y="122"/>
                  <a:pt x="400" y="122"/>
                </a:cubicBezTo>
                <a:lnTo>
                  <a:pt x="272" y="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2" name="Freeform 17"/>
          <p:cNvSpPr>
            <a:spLocks noChangeAspect="1" noEditPoints="1"/>
          </p:cNvSpPr>
          <p:nvPr/>
        </p:nvSpPr>
        <p:spPr bwMode="auto">
          <a:xfrm>
            <a:off x="4754637" y="2195582"/>
            <a:ext cx="498448" cy="396853"/>
          </a:xfrm>
          <a:custGeom>
            <a:avLst/>
            <a:gdLst>
              <a:gd name="T0" fmla="*/ 200 w 400"/>
              <a:gd name="T1" fmla="*/ 120 h 320"/>
              <a:gd name="T2" fmla="*/ 140 w 400"/>
              <a:gd name="T3" fmla="*/ 180 h 320"/>
              <a:gd name="T4" fmla="*/ 200 w 400"/>
              <a:gd name="T5" fmla="*/ 240 h 320"/>
              <a:gd name="T6" fmla="*/ 260 w 400"/>
              <a:gd name="T7" fmla="*/ 180 h 320"/>
              <a:gd name="T8" fmla="*/ 200 w 400"/>
              <a:gd name="T9" fmla="*/ 120 h 320"/>
              <a:gd name="T10" fmla="*/ 360 w 400"/>
              <a:gd name="T11" fmla="*/ 60 h 320"/>
              <a:gd name="T12" fmla="*/ 312 w 400"/>
              <a:gd name="T13" fmla="*/ 60 h 320"/>
              <a:gd name="T14" fmla="*/ 296 w 400"/>
              <a:gd name="T15" fmla="*/ 49 h 320"/>
              <a:gd name="T16" fmla="*/ 284 w 400"/>
              <a:gd name="T17" fmla="*/ 11 h 320"/>
              <a:gd name="T18" fmla="*/ 268 w 400"/>
              <a:gd name="T19" fmla="*/ 0 h 320"/>
              <a:gd name="T20" fmla="*/ 132 w 400"/>
              <a:gd name="T21" fmla="*/ 0 h 320"/>
              <a:gd name="T22" fmla="*/ 116 w 400"/>
              <a:gd name="T23" fmla="*/ 11 h 320"/>
              <a:gd name="T24" fmla="*/ 104 w 400"/>
              <a:gd name="T25" fmla="*/ 49 h 320"/>
              <a:gd name="T26" fmla="*/ 88 w 400"/>
              <a:gd name="T27" fmla="*/ 60 h 320"/>
              <a:gd name="T28" fmla="*/ 40 w 400"/>
              <a:gd name="T29" fmla="*/ 60 h 320"/>
              <a:gd name="T30" fmla="*/ 0 w 400"/>
              <a:gd name="T31" fmla="*/ 100 h 320"/>
              <a:gd name="T32" fmla="*/ 0 w 400"/>
              <a:gd name="T33" fmla="*/ 280 h 320"/>
              <a:gd name="T34" fmla="*/ 40 w 400"/>
              <a:gd name="T35" fmla="*/ 320 h 320"/>
              <a:gd name="T36" fmla="*/ 360 w 400"/>
              <a:gd name="T37" fmla="*/ 320 h 320"/>
              <a:gd name="T38" fmla="*/ 400 w 400"/>
              <a:gd name="T39" fmla="*/ 280 h 320"/>
              <a:gd name="T40" fmla="*/ 400 w 400"/>
              <a:gd name="T41" fmla="*/ 100 h 320"/>
              <a:gd name="T42" fmla="*/ 360 w 400"/>
              <a:gd name="T43" fmla="*/ 60 h 320"/>
              <a:gd name="T44" fmla="*/ 200 w 400"/>
              <a:gd name="T45" fmla="*/ 280 h 320"/>
              <a:gd name="T46" fmla="*/ 100 w 400"/>
              <a:gd name="T47" fmla="*/ 180 h 320"/>
              <a:gd name="T48" fmla="*/ 200 w 400"/>
              <a:gd name="T49" fmla="*/ 80 h 320"/>
              <a:gd name="T50" fmla="*/ 300 w 400"/>
              <a:gd name="T51" fmla="*/ 180 h 320"/>
              <a:gd name="T52" fmla="*/ 200 w 400"/>
              <a:gd name="T53" fmla="*/ 280 h 320"/>
              <a:gd name="T54" fmla="*/ 346 w 400"/>
              <a:gd name="T55" fmla="*/ 128 h 320"/>
              <a:gd name="T56" fmla="*/ 332 w 400"/>
              <a:gd name="T57" fmla="*/ 114 h 320"/>
              <a:gd name="T58" fmla="*/ 346 w 400"/>
              <a:gd name="T59" fmla="*/ 100 h 320"/>
              <a:gd name="T60" fmla="*/ 360 w 400"/>
              <a:gd name="T61" fmla="*/ 114 h 320"/>
              <a:gd name="T62" fmla="*/ 346 w 400"/>
              <a:gd name="T63" fmla="*/ 12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320">
                <a:moveTo>
                  <a:pt x="200" y="120"/>
                </a:moveTo>
                <a:cubicBezTo>
                  <a:pt x="167" y="120"/>
                  <a:pt x="140" y="147"/>
                  <a:pt x="140" y="180"/>
                </a:cubicBezTo>
                <a:cubicBezTo>
                  <a:pt x="140" y="213"/>
                  <a:pt x="167" y="240"/>
                  <a:pt x="200" y="240"/>
                </a:cubicBezTo>
                <a:cubicBezTo>
                  <a:pt x="233" y="240"/>
                  <a:pt x="260" y="213"/>
                  <a:pt x="260" y="180"/>
                </a:cubicBezTo>
                <a:cubicBezTo>
                  <a:pt x="260" y="147"/>
                  <a:pt x="233" y="120"/>
                  <a:pt x="200" y="120"/>
                </a:cubicBezTo>
                <a:close/>
                <a:moveTo>
                  <a:pt x="360" y="60"/>
                </a:moveTo>
                <a:cubicBezTo>
                  <a:pt x="312" y="60"/>
                  <a:pt x="312" y="60"/>
                  <a:pt x="312" y="60"/>
                </a:cubicBezTo>
                <a:cubicBezTo>
                  <a:pt x="305" y="60"/>
                  <a:pt x="298" y="55"/>
                  <a:pt x="296" y="49"/>
                </a:cubicBezTo>
                <a:cubicBezTo>
                  <a:pt x="284" y="11"/>
                  <a:pt x="284" y="11"/>
                  <a:pt x="284" y="11"/>
                </a:cubicBezTo>
                <a:cubicBezTo>
                  <a:pt x="281" y="5"/>
                  <a:pt x="274" y="0"/>
                  <a:pt x="268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25" y="0"/>
                  <a:pt x="118" y="5"/>
                  <a:pt x="116" y="11"/>
                </a:cubicBezTo>
                <a:cubicBezTo>
                  <a:pt x="104" y="49"/>
                  <a:pt x="104" y="49"/>
                  <a:pt x="104" y="49"/>
                </a:cubicBezTo>
                <a:cubicBezTo>
                  <a:pt x="101" y="55"/>
                  <a:pt x="94" y="60"/>
                  <a:pt x="88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18" y="60"/>
                  <a:pt x="0" y="78"/>
                  <a:pt x="0" y="100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302"/>
                  <a:pt x="18" y="320"/>
                  <a:pt x="40" y="320"/>
                </a:cubicBezTo>
                <a:cubicBezTo>
                  <a:pt x="360" y="320"/>
                  <a:pt x="360" y="320"/>
                  <a:pt x="360" y="320"/>
                </a:cubicBezTo>
                <a:cubicBezTo>
                  <a:pt x="382" y="320"/>
                  <a:pt x="400" y="302"/>
                  <a:pt x="400" y="280"/>
                </a:cubicBezTo>
                <a:cubicBezTo>
                  <a:pt x="400" y="100"/>
                  <a:pt x="400" y="100"/>
                  <a:pt x="400" y="100"/>
                </a:cubicBezTo>
                <a:cubicBezTo>
                  <a:pt x="400" y="78"/>
                  <a:pt x="382" y="60"/>
                  <a:pt x="360" y="60"/>
                </a:cubicBezTo>
                <a:close/>
                <a:moveTo>
                  <a:pt x="200" y="280"/>
                </a:moveTo>
                <a:cubicBezTo>
                  <a:pt x="145" y="280"/>
                  <a:pt x="100" y="235"/>
                  <a:pt x="100" y="180"/>
                </a:cubicBezTo>
                <a:cubicBezTo>
                  <a:pt x="100" y="125"/>
                  <a:pt x="145" y="80"/>
                  <a:pt x="200" y="80"/>
                </a:cubicBezTo>
                <a:cubicBezTo>
                  <a:pt x="255" y="80"/>
                  <a:pt x="300" y="125"/>
                  <a:pt x="300" y="180"/>
                </a:cubicBezTo>
                <a:cubicBezTo>
                  <a:pt x="300" y="235"/>
                  <a:pt x="255" y="280"/>
                  <a:pt x="200" y="280"/>
                </a:cubicBezTo>
                <a:close/>
                <a:moveTo>
                  <a:pt x="346" y="128"/>
                </a:moveTo>
                <a:cubicBezTo>
                  <a:pt x="338" y="128"/>
                  <a:pt x="332" y="122"/>
                  <a:pt x="332" y="114"/>
                </a:cubicBezTo>
                <a:cubicBezTo>
                  <a:pt x="332" y="106"/>
                  <a:pt x="338" y="100"/>
                  <a:pt x="346" y="100"/>
                </a:cubicBezTo>
                <a:cubicBezTo>
                  <a:pt x="354" y="100"/>
                  <a:pt x="360" y="106"/>
                  <a:pt x="360" y="114"/>
                </a:cubicBezTo>
                <a:cubicBezTo>
                  <a:pt x="360" y="122"/>
                  <a:pt x="354" y="128"/>
                  <a:pt x="346" y="1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3" name="Freeform 22"/>
          <p:cNvSpPr>
            <a:spLocks noChangeAspect="1" noEditPoints="1"/>
          </p:cNvSpPr>
          <p:nvPr/>
        </p:nvSpPr>
        <p:spPr bwMode="auto">
          <a:xfrm>
            <a:off x="8164400" y="4075077"/>
            <a:ext cx="414315" cy="414315"/>
          </a:xfrm>
          <a:custGeom>
            <a:avLst/>
            <a:gdLst>
              <a:gd name="T0" fmla="*/ 287 w 316"/>
              <a:gd name="T1" fmla="*/ 29 h 316"/>
              <a:gd name="T2" fmla="*/ 236 w 316"/>
              <a:gd name="T3" fmla="*/ 4 h 316"/>
              <a:gd name="T4" fmla="*/ 135 w 316"/>
              <a:gd name="T5" fmla="*/ 105 h 316"/>
              <a:gd name="T6" fmla="*/ 20 w 316"/>
              <a:gd name="T7" fmla="*/ 221 h 316"/>
              <a:gd name="T8" fmla="*/ 0 w 316"/>
              <a:gd name="T9" fmla="*/ 316 h 316"/>
              <a:gd name="T10" fmla="*/ 95 w 316"/>
              <a:gd name="T11" fmla="*/ 296 h 316"/>
              <a:gd name="T12" fmla="*/ 210 w 316"/>
              <a:gd name="T13" fmla="*/ 180 h 316"/>
              <a:gd name="T14" fmla="*/ 312 w 316"/>
              <a:gd name="T15" fmla="*/ 79 h 316"/>
              <a:gd name="T16" fmla="*/ 287 w 316"/>
              <a:gd name="T17" fmla="*/ 29 h 316"/>
              <a:gd name="T18" fmla="*/ 89 w 316"/>
              <a:gd name="T19" fmla="*/ 284 h 316"/>
              <a:gd name="T20" fmla="*/ 57 w 316"/>
              <a:gd name="T21" fmla="*/ 291 h 316"/>
              <a:gd name="T22" fmla="*/ 43 w 316"/>
              <a:gd name="T23" fmla="*/ 273 h 316"/>
              <a:gd name="T24" fmla="*/ 24 w 316"/>
              <a:gd name="T25" fmla="*/ 259 h 316"/>
              <a:gd name="T26" fmla="*/ 31 w 316"/>
              <a:gd name="T27" fmla="*/ 226 h 316"/>
              <a:gd name="T28" fmla="*/ 41 w 316"/>
              <a:gd name="T29" fmla="*/ 217 h 316"/>
              <a:gd name="T30" fmla="*/ 78 w 316"/>
              <a:gd name="T31" fmla="*/ 237 h 316"/>
              <a:gd name="T32" fmla="*/ 99 w 316"/>
              <a:gd name="T33" fmla="*/ 275 h 316"/>
              <a:gd name="T34" fmla="*/ 89 w 316"/>
              <a:gd name="T35" fmla="*/ 284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16" h="316">
                <a:moveTo>
                  <a:pt x="287" y="29"/>
                </a:moveTo>
                <a:cubicBezTo>
                  <a:pt x="258" y="0"/>
                  <a:pt x="236" y="4"/>
                  <a:pt x="236" y="4"/>
                </a:cubicBezTo>
                <a:cubicBezTo>
                  <a:pt x="135" y="105"/>
                  <a:pt x="135" y="105"/>
                  <a:pt x="135" y="105"/>
                </a:cubicBezTo>
                <a:cubicBezTo>
                  <a:pt x="20" y="221"/>
                  <a:pt x="20" y="221"/>
                  <a:pt x="20" y="221"/>
                </a:cubicBezTo>
                <a:cubicBezTo>
                  <a:pt x="0" y="316"/>
                  <a:pt x="0" y="316"/>
                  <a:pt x="0" y="316"/>
                </a:cubicBezTo>
                <a:cubicBezTo>
                  <a:pt x="95" y="296"/>
                  <a:pt x="95" y="296"/>
                  <a:pt x="95" y="296"/>
                </a:cubicBezTo>
                <a:cubicBezTo>
                  <a:pt x="210" y="180"/>
                  <a:pt x="210" y="180"/>
                  <a:pt x="210" y="180"/>
                </a:cubicBezTo>
                <a:cubicBezTo>
                  <a:pt x="312" y="79"/>
                  <a:pt x="312" y="79"/>
                  <a:pt x="312" y="79"/>
                </a:cubicBezTo>
                <a:cubicBezTo>
                  <a:pt x="312" y="79"/>
                  <a:pt x="316" y="58"/>
                  <a:pt x="287" y="29"/>
                </a:cubicBezTo>
                <a:close/>
                <a:moveTo>
                  <a:pt x="89" y="284"/>
                </a:moveTo>
                <a:cubicBezTo>
                  <a:pt x="57" y="291"/>
                  <a:pt x="57" y="291"/>
                  <a:pt x="57" y="291"/>
                </a:cubicBezTo>
                <a:cubicBezTo>
                  <a:pt x="54" y="285"/>
                  <a:pt x="50" y="280"/>
                  <a:pt x="43" y="273"/>
                </a:cubicBezTo>
                <a:cubicBezTo>
                  <a:pt x="36" y="266"/>
                  <a:pt x="30" y="262"/>
                  <a:pt x="24" y="259"/>
                </a:cubicBezTo>
                <a:cubicBezTo>
                  <a:pt x="31" y="226"/>
                  <a:pt x="31" y="226"/>
                  <a:pt x="31" y="226"/>
                </a:cubicBezTo>
                <a:cubicBezTo>
                  <a:pt x="41" y="217"/>
                  <a:pt x="41" y="217"/>
                  <a:pt x="41" y="217"/>
                </a:cubicBezTo>
                <a:cubicBezTo>
                  <a:pt x="41" y="217"/>
                  <a:pt x="58" y="217"/>
                  <a:pt x="78" y="237"/>
                </a:cubicBezTo>
                <a:cubicBezTo>
                  <a:pt x="98" y="257"/>
                  <a:pt x="99" y="275"/>
                  <a:pt x="99" y="275"/>
                </a:cubicBezTo>
                <a:lnTo>
                  <a:pt x="89" y="28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4" name="Freeform 27"/>
          <p:cNvSpPr>
            <a:spLocks noChangeAspect="1" noEditPoints="1"/>
          </p:cNvSpPr>
          <p:nvPr/>
        </p:nvSpPr>
        <p:spPr bwMode="auto">
          <a:xfrm>
            <a:off x="7008765" y="2214632"/>
            <a:ext cx="479399" cy="342881"/>
          </a:xfrm>
          <a:custGeom>
            <a:avLst/>
            <a:gdLst>
              <a:gd name="T0" fmla="*/ 392 w 392"/>
              <a:gd name="T1" fmla="*/ 40 h 280"/>
              <a:gd name="T2" fmla="*/ 392 w 392"/>
              <a:gd name="T3" fmla="*/ 16 h 280"/>
              <a:gd name="T4" fmla="*/ 376 w 392"/>
              <a:gd name="T5" fmla="*/ 0 h 280"/>
              <a:gd name="T6" fmla="*/ 16 w 392"/>
              <a:gd name="T7" fmla="*/ 0 h 280"/>
              <a:gd name="T8" fmla="*/ 0 w 392"/>
              <a:gd name="T9" fmla="*/ 16 h 280"/>
              <a:gd name="T10" fmla="*/ 0 w 392"/>
              <a:gd name="T11" fmla="*/ 40 h 280"/>
              <a:gd name="T12" fmla="*/ 40 w 392"/>
              <a:gd name="T13" fmla="*/ 40 h 280"/>
              <a:gd name="T14" fmla="*/ 40 w 392"/>
              <a:gd name="T15" fmla="*/ 80 h 280"/>
              <a:gd name="T16" fmla="*/ 0 w 392"/>
              <a:gd name="T17" fmla="*/ 80 h 280"/>
              <a:gd name="T18" fmla="*/ 0 w 392"/>
              <a:gd name="T19" fmla="*/ 120 h 280"/>
              <a:gd name="T20" fmla="*/ 40 w 392"/>
              <a:gd name="T21" fmla="*/ 120 h 280"/>
              <a:gd name="T22" fmla="*/ 40 w 392"/>
              <a:gd name="T23" fmla="*/ 160 h 280"/>
              <a:gd name="T24" fmla="*/ 0 w 392"/>
              <a:gd name="T25" fmla="*/ 160 h 280"/>
              <a:gd name="T26" fmla="*/ 0 w 392"/>
              <a:gd name="T27" fmla="*/ 200 h 280"/>
              <a:gd name="T28" fmla="*/ 40 w 392"/>
              <a:gd name="T29" fmla="*/ 200 h 280"/>
              <a:gd name="T30" fmla="*/ 40 w 392"/>
              <a:gd name="T31" fmla="*/ 240 h 280"/>
              <a:gd name="T32" fmla="*/ 0 w 392"/>
              <a:gd name="T33" fmla="*/ 240 h 280"/>
              <a:gd name="T34" fmla="*/ 0 w 392"/>
              <a:gd name="T35" fmla="*/ 264 h 280"/>
              <a:gd name="T36" fmla="*/ 16 w 392"/>
              <a:gd name="T37" fmla="*/ 280 h 280"/>
              <a:gd name="T38" fmla="*/ 376 w 392"/>
              <a:gd name="T39" fmla="*/ 280 h 280"/>
              <a:gd name="T40" fmla="*/ 392 w 392"/>
              <a:gd name="T41" fmla="*/ 264 h 280"/>
              <a:gd name="T42" fmla="*/ 392 w 392"/>
              <a:gd name="T43" fmla="*/ 240 h 280"/>
              <a:gd name="T44" fmla="*/ 352 w 392"/>
              <a:gd name="T45" fmla="*/ 240 h 280"/>
              <a:gd name="T46" fmla="*/ 352 w 392"/>
              <a:gd name="T47" fmla="*/ 200 h 280"/>
              <a:gd name="T48" fmla="*/ 392 w 392"/>
              <a:gd name="T49" fmla="*/ 200 h 280"/>
              <a:gd name="T50" fmla="*/ 392 w 392"/>
              <a:gd name="T51" fmla="*/ 160 h 280"/>
              <a:gd name="T52" fmla="*/ 352 w 392"/>
              <a:gd name="T53" fmla="*/ 160 h 280"/>
              <a:gd name="T54" fmla="*/ 352 w 392"/>
              <a:gd name="T55" fmla="*/ 120 h 280"/>
              <a:gd name="T56" fmla="*/ 392 w 392"/>
              <a:gd name="T57" fmla="*/ 120 h 280"/>
              <a:gd name="T58" fmla="*/ 392 w 392"/>
              <a:gd name="T59" fmla="*/ 80 h 280"/>
              <a:gd name="T60" fmla="*/ 352 w 392"/>
              <a:gd name="T61" fmla="*/ 80 h 280"/>
              <a:gd name="T62" fmla="*/ 352 w 392"/>
              <a:gd name="T63" fmla="*/ 40 h 280"/>
              <a:gd name="T64" fmla="*/ 392 w 392"/>
              <a:gd name="T65" fmla="*/ 40 h 280"/>
              <a:gd name="T66" fmla="*/ 152 w 392"/>
              <a:gd name="T67" fmla="*/ 200 h 280"/>
              <a:gd name="T68" fmla="*/ 152 w 392"/>
              <a:gd name="T69" fmla="*/ 80 h 280"/>
              <a:gd name="T70" fmla="*/ 252 w 392"/>
              <a:gd name="T71" fmla="*/ 140 h 280"/>
              <a:gd name="T72" fmla="*/ 152 w 392"/>
              <a:gd name="T73" fmla="*/ 20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92" h="280">
                <a:moveTo>
                  <a:pt x="392" y="40"/>
                </a:moveTo>
                <a:cubicBezTo>
                  <a:pt x="392" y="16"/>
                  <a:pt x="392" y="16"/>
                  <a:pt x="392" y="16"/>
                </a:cubicBezTo>
                <a:cubicBezTo>
                  <a:pt x="392" y="7"/>
                  <a:pt x="385" y="0"/>
                  <a:pt x="37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40"/>
                  <a:pt x="0" y="40"/>
                  <a:pt x="0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40" y="80"/>
                  <a:pt x="40" y="80"/>
                  <a:pt x="40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20"/>
                  <a:pt x="0" y="120"/>
                  <a:pt x="0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0" y="160"/>
                  <a:pt x="40" y="160"/>
                  <a:pt x="40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200"/>
                  <a:pt x="0" y="200"/>
                  <a:pt x="0" y="200"/>
                </a:cubicBezTo>
                <a:cubicBezTo>
                  <a:pt x="40" y="200"/>
                  <a:pt x="40" y="200"/>
                  <a:pt x="40" y="200"/>
                </a:cubicBezTo>
                <a:cubicBezTo>
                  <a:pt x="40" y="240"/>
                  <a:pt x="40" y="240"/>
                  <a:pt x="40" y="240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264"/>
                  <a:pt x="0" y="264"/>
                  <a:pt x="0" y="264"/>
                </a:cubicBezTo>
                <a:cubicBezTo>
                  <a:pt x="0" y="273"/>
                  <a:pt x="7" y="280"/>
                  <a:pt x="16" y="280"/>
                </a:cubicBezTo>
                <a:cubicBezTo>
                  <a:pt x="376" y="280"/>
                  <a:pt x="376" y="280"/>
                  <a:pt x="376" y="280"/>
                </a:cubicBezTo>
                <a:cubicBezTo>
                  <a:pt x="385" y="280"/>
                  <a:pt x="392" y="273"/>
                  <a:pt x="392" y="264"/>
                </a:cubicBezTo>
                <a:cubicBezTo>
                  <a:pt x="392" y="240"/>
                  <a:pt x="392" y="240"/>
                  <a:pt x="392" y="240"/>
                </a:cubicBezTo>
                <a:cubicBezTo>
                  <a:pt x="352" y="240"/>
                  <a:pt x="352" y="240"/>
                  <a:pt x="352" y="240"/>
                </a:cubicBezTo>
                <a:cubicBezTo>
                  <a:pt x="352" y="200"/>
                  <a:pt x="352" y="200"/>
                  <a:pt x="352" y="200"/>
                </a:cubicBezTo>
                <a:cubicBezTo>
                  <a:pt x="392" y="200"/>
                  <a:pt x="392" y="200"/>
                  <a:pt x="392" y="200"/>
                </a:cubicBezTo>
                <a:cubicBezTo>
                  <a:pt x="392" y="160"/>
                  <a:pt x="392" y="160"/>
                  <a:pt x="392" y="160"/>
                </a:cubicBezTo>
                <a:cubicBezTo>
                  <a:pt x="352" y="160"/>
                  <a:pt x="352" y="160"/>
                  <a:pt x="352" y="160"/>
                </a:cubicBezTo>
                <a:cubicBezTo>
                  <a:pt x="352" y="120"/>
                  <a:pt x="352" y="120"/>
                  <a:pt x="352" y="120"/>
                </a:cubicBezTo>
                <a:cubicBezTo>
                  <a:pt x="392" y="120"/>
                  <a:pt x="392" y="120"/>
                  <a:pt x="392" y="120"/>
                </a:cubicBezTo>
                <a:cubicBezTo>
                  <a:pt x="392" y="80"/>
                  <a:pt x="392" y="80"/>
                  <a:pt x="392" y="80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40"/>
                  <a:pt x="352" y="40"/>
                  <a:pt x="352" y="40"/>
                </a:cubicBezTo>
                <a:lnTo>
                  <a:pt x="392" y="40"/>
                </a:lnTo>
                <a:close/>
                <a:moveTo>
                  <a:pt x="152" y="200"/>
                </a:moveTo>
                <a:cubicBezTo>
                  <a:pt x="152" y="80"/>
                  <a:pt x="152" y="80"/>
                  <a:pt x="152" y="80"/>
                </a:cubicBezTo>
                <a:cubicBezTo>
                  <a:pt x="252" y="140"/>
                  <a:pt x="252" y="140"/>
                  <a:pt x="252" y="140"/>
                </a:cubicBezTo>
                <a:lnTo>
                  <a:pt x="152" y="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5" name="Freeform 6"/>
          <p:cNvSpPr>
            <a:spLocks noChangeAspect="1" noEditPoints="1"/>
          </p:cNvSpPr>
          <p:nvPr/>
        </p:nvSpPr>
        <p:spPr bwMode="auto">
          <a:xfrm>
            <a:off x="5883287" y="4005233"/>
            <a:ext cx="542896" cy="554007"/>
          </a:xfrm>
          <a:custGeom>
            <a:avLst/>
            <a:gdLst>
              <a:gd name="T0" fmla="*/ 121 w 417"/>
              <a:gd name="T1" fmla="*/ 94 h 426"/>
              <a:gd name="T2" fmla="*/ 85 w 417"/>
              <a:gd name="T3" fmla="*/ 341 h 426"/>
              <a:gd name="T4" fmla="*/ 332 w 417"/>
              <a:gd name="T5" fmla="*/ 305 h 426"/>
              <a:gd name="T6" fmla="*/ 267 w 417"/>
              <a:gd name="T7" fmla="*/ 159 h 426"/>
              <a:gd name="T8" fmla="*/ 121 w 417"/>
              <a:gd name="T9" fmla="*/ 94 h 426"/>
              <a:gd name="T10" fmla="*/ 306 w 417"/>
              <a:gd name="T11" fmla="*/ 286 h 426"/>
              <a:gd name="T12" fmla="*/ 199 w 417"/>
              <a:gd name="T13" fmla="*/ 227 h 426"/>
              <a:gd name="T14" fmla="*/ 140 w 417"/>
              <a:gd name="T15" fmla="*/ 120 h 426"/>
              <a:gd name="T16" fmla="*/ 247 w 417"/>
              <a:gd name="T17" fmla="*/ 179 h 426"/>
              <a:gd name="T18" fmla="*/ 306 w 417"/>
              <a:gd name="T19" fmla="*/ 286 h 426"/>
              <a:gd name="T20" fmla="*/ 309 w 417"/>
              <a:gd name="T21" fmla="*/ 128 h 426"/>
              <a:gd name="T22" fmla="*/ 323 w 417"/>
              <a:gd name="T23" fmla="*/ 122 h 426"/>
              <a:gd name="T24" fmla="*/ 361 w 417"/>
              <a:gd name="T25" fmla="*/ 84 h 426"/>
              <a:gd name="T26" fmla="*/ 361 w 417"/>
              <a:gd name="T27" fmla="*/ 56 h 426"/>
              <a:gd name="T28" fmla="*/ 333 w 417"/>
              <a:gd name="T29" fmla="*/ 56 h 426"/>
              <a:gd name="T30" fmla="*/ 295 w 417"/>
              <a:gd name="T31" fmla="*/ 94 h 426"/>
              <a:gd name="T32" fmla="*/ 295 w 417"/>
              <a:gd name="T33" fmla="*/ 122 h 426"/>
              <a:gd name="T34" fmla="*/ 309 w 417"/>
              <a:gd name="T35" fmla="*/ 128 h 426"/>
              <a:gd name="T36" fmla="*/ 237 w 417"/>
              <a:gd name="T37" fmla="*/ 79 h 426"/>
              <a:gd name="T38" fmla="*/ 247 w 417"/>
              <a:gd name="T39" fmla="*/ 81 h 426"/>
              <a:gd name="T40" fmla="*/ 264 w 417"/>
              <a:gd name="T41" fmla="*/ 71 h 426"/>
              <a:gd name="T42" fmla="*/ 286 w 417"/>
              <a:gd name="T43" fmla="*/ 33 h 426"/>
              <a:gd name="T44" fmla="*/ 278 w 417"/>
              <a:gd name="T45" fmla="*/ 5 h 426"/>
              <a:gd name="T46" fmla="*/ 251 w 417"/>
              <a:gd name="T47" fmla="*/ 13 h 426"/>
              <a:gd name="T48" fmla="*/ 229 w 417"/>
              <a:gd name="T49" fmla="*/ 52 h 426"/>
              <a:gd name="T50" fmla="*/ 237 w 417"/>
              <a:gd name="T51" fmla="*/ 79 h 426"/>
              <a:gd name="T52" fmla="*/ 412 w 417"/>
              <a:gd name="T53" fmla="*/ 139 h 426"/>
              <a:gd name="T54" fmla="*/ 385 w 417"/>
              <a:gd name="T55" fmla="*/ 131 h 426"/>
              <a:gd name="T56" fmla="*/ 346 w 417"/>
              <a:gd name="T57" fmla="*/ 153 h 426"/>
              <a:gd name="T58" fmla="*/ 338 w 417"/>
              <a:gd name="T59" fmla="*/ 180 h 426"/>
              <a:gd name="T60" fmla="*/ 356 w 417"/>
              <a:gd name="T61" fmla="*/ 190 h 426"/>
              <a:gd name="T62" fmla="*/ 366 w 417"/>
              <a:gd name="T63" fmla="*/ 188 h 426"/>
              <a:gd name="T64" fmla="*/ 404 w 417"/>
              <a:gd name="T65" fmla="*/ 166 h 426"/>
              <a:gd name="T66" fmla="*/ 412 w 417"/>
              <a:gd name="T67" fmla="*/ 139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6" name="Content Placeholder 2"/>
          <p:cNvSpPr txBox="1">
            <a:spLocks/>
          </p:cNvSpPr>
          <p:nvPr/>
        </p:nvSpPr>
        <p:spPr bwMode="auto">
          <a:xfrm>
            <a:off x="3367239" y="4494155"/>
            <a:ext cx="1008007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7" name="Content Placeholder 2"/>
          <p:cNvSpPr txBox="1">
            <a:spLocks/>
          </p:cNvSpPr>
          <p:nvPr/>
        </p:nvSpPr>
        <p:spPr bwMode="auto">
          <a:xfrm>
            <a:off x="8962868" y="3986184"/>
            <a:ext cx="100800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4526051" y="2651169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9" name="Content Placeholder 2"/>
          <p:cNvSpPr txBox="1">
            <a:spLocks/>
          </p:cNvSpPr>
          <p:nvPr/>
        </p:nvSpPr>
        <p:spPr bwMode="auto">
          <a:xfrm>
            <a:off x="5624540" y="4554477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07240" y="4540191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6778588" y="2714665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4754637" y="5279383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847897" y="5332997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8578715" y="5206170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45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03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557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0"/>
          <p:cNvSpPr/>
          <p:nvPr/>
        </p:nvSpPr>
        <p:spPr>
          <a:xfrm>
            <a:off x="1219839" y="1600200"/>
            <a:ext cx="5786903" cy="4267200"/>
          </a:xfrm>
          <a:prstGeom prst="rect">
            <a:avLst/>
          </a:prstGeom>
          <a:blipFill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Rectangle 22"/>
          <p:cNvSpPr/>
          <p:nvPr/>
        </p:nvSpPr>
        <p:spPr>
          <a:xfrm>
            <a:off x="5167548" y="2519921"/>
            <a:ext cx="5804621" cy="14991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5" name="矩形 47"/>
          <p:cNvSpPr>
            <a:spLocks noChangeArrowheads="1"/>
          </p:cNvSpPr>
          <p:nvPr/>
        </p:nvSpPr>
        <p:spPr bwMode="auto">
          <a:xfrm>
            <a:off x="5418203" y="3094843"/>
            <a:ext cx="5345445" cy="8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右键点击图片选择设置图片格式可直接替换图片。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418201" y="2637960"/>
            <a:ext cx="1831256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00" b="1" dirty="0" smtClean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校园经历介绍</a:t>
            </a:r>
            <a:endParaRPr lang="zh-CN" altLang="en-US" sz="2200" b="1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7377541" y="4370231"/>
            <a:ext cx="37229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在此录入上述图表的综合描述说明，在此录入上述图表的综合描述说明。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在此录入上述图表的综合描述说明，在此录入图表的说明。</a:t>
            </a:r>
          </a:p>
        </p:txBody>
      </p:sp>
    </p:spTree>
    <p:extLst>
      <p:ext uri="{BB962C8B-B14F-4D97-AF65-F5344CB8AC3E}">
        <p14:creationId xmlns:p14="http://schemas.microsoft.com/office/powerpoint/2010/main" val="10222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校园经历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13"/>
          <p:cNvSpPr/>
          <p:nvPr/>
        </p:nvSpPr>
        <p:spPr>
          <a:xfrm>
            <a:off x="1676297" y="2053939"/>
            <a:ext cx="2283089" cy="2114062"/>
          </a:xfrm>
          <a:prstGeom prst="rect">
            <a:avLst/>
          </a:prstGeom>
          <a:blipFill dpi="0" rotWithShape="1">
            <a:blip r:embed="rId2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3958778" y="2053938"/>
            <a:ext cx="2282480" cy="211406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7" name="Rectangle 13"/>
          <p:cNvSpPr/>
          <p:nvPr/>
        </p:nvSpPr>
        <p:spPr>
          <a:xfrm>
            <a:off x="6241144" y="2053938"/>
            <a:ext cx="2282480" cy="2114062"/>
          </a:xfrm>
          <a:prstGeom prst="rect">
            <a:avLst/>
          </a:prstGeom>
          <a:blipFill dpi="0" rotWithShape="1">
            <a:blip r:embed="rId4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8" name="Rectangle 13"/>
          <p:cNvSpPr/>
          <p:nvPr/>
        </p:nvSpPr>
        <p:spPr>
          <a:xfrm>
            <a:off x="8522898" y="2053938"/>
            <a:ext cx="2294092" cy="2114062"/>
          </a:xfrm>
          <a:prstGeom prst="rect">
            <a:avLst/>
          </a:prstGeom>
          <a:blipFill dpi="0" rotWithShape="1">
            <a:blip r:embed="rId5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958140" y="4304919"/>
            <a:ext cx="8555237" cy="1565239"/>
            <a:chOff x="1063859" y="3830126"/>
            <a:chExt cx="9246459" cy="1691702"/>
          </a:xfrm>
        </p:grpSpPr>
        <p:sp>
          <p:nvSpPr>
            <p:cNvPr id="70" name="Subtitle 2"/>
            <p:cNvSpPr txBox="1">
              <a:spLocks/>
            </p:cNvSpPr>
            <p:nvPr/>
          </p:nvSpPr>
          <p:spPr>
            <a:xfrm>
              <a:off x="3509667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1" name="TextBox 9"/>
            <p:cNvSpPr txBox="1"/>
            <p:nvPr/>
          </p:nvSpPr>
          <p:spPr>
            <a:xfrm>
              <a:off x="3953891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2" name="Oval 10"/>
            <p:cNvSpPr/>
            <p:nvPr/>
          </p:nvSpPr>
          <p:spPr>
            <a:xfrm>
              <a:off x="4290310" y="3830126"/>
              <a:ext cx="560998" cy="56099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3" name="Subtitle 2"/>
            <p:cNvSpPr txBox="1">
              <a:spLocks/>
            </p:cNvSpPr>
            <p:nvPr/>
          </p:nvSpPr>
          <p:spPr>
            <a:xfrm>
              <a:off x="8188035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4" name="TextBox 12"/>
            <p:cNvSpPr txBox="1"/>
            <p:nvPr/>
          </p:nvSpPr>
          <p:spPr>
            <a:xfrm>
              <a:off x="8632259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5" name="Oval 13"/>
            <p:cNvSpPr/>
            <p:nvPr/>
          </p:nvSpPr>
          <p:spPr>
            <a:xfrm>
              <a:off x="8968677" y="3830126"/>
              <a:ext cx="560998" cy="56099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6" name="Subtitle 2"/>
            <p:cNvSpPr txBox="1">
              <a:spLocks/>
            </p:cNvSpPr>
            <p:nvPr/>
          </p:nvSpPr>
          <p:spPr>
            <a:xfrm>
              <a:off x="106385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7" name="TextBox 15"/>
            <p:cNvSpPr txBox="1"/>
            <p:nvPr/>
          </p:nvSpPr>
          <p:spPr>
            <a:xfrm>
              <a:off x="1508084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 smtClean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  <a:endParaRPr lang="zh-CN" altLang="en-US" sz="1199" b="1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Oval 16"/>
            <p:cNvSpPr/>
            <p:nvPr/>
          </p:nvSpPr>
          <p:spPr>
            <a:xfrm>
              <a:off x="1844502" y="3830126"/>
              <a:ext cx="560998" cy="5609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9" name="Shape 2579"/>
            <p:cNvSpPr/>
            <p:nvPr/>
          </p:nvSpPr>
          <p:spPr>
            <a:xfrm>
              <a:off x="1996616" y="3963888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7" y="18984"/>
                  </a:moveTo>
                  <a:lnTo>
                    <a:pt x="11380" y="15408"/>
                  </a:lnTo>
                  <a:lnTo>
                    <a:pt x="10800" y="14983"/>
                  </a:lnTo>
                  <a:lnTo>
                    <a:pt x="10219" y="15408"/>
                  </a:lnTo>
                  <a:lnTo>
                    <a:pt x="5343" y="18984"/>
                  </a:lnTo>
                  <a:lnTo>
                    <a:pt x="7313" y="13075"/>
                  </a:lnTo>
                  <a:lnTo>
                    <a:pt x="7534" y="12411"/>
                  </a:lnTo>
                  <a:lnTo>
                    <a:pt x="6980" y="11985"/>
                  </a:lnTo>
                  <a:lnTo>
                    <a:pt x="2887" y="8836"/>
                  </a:lnTo>
                  <a:lnTo>
                    <a:pt x="8535" y="8836"/>
                  </a:lnTo>
                  <a:lnTo>
                    <a:pt x="8774" y="8199"/>
                  </a:lnTo>
                  <a:lnTo>
                    <a:pt x="10800" y="2796"/>
                  </a:lnTo>
                  <a:lnTo>
                    <a:pt x="12826" y="8199"/>
                  </a:lnTo>
                  <a:lnTo>
                    <a:pt x="13065" y="8836"/>
                  </a:lnTo>
                  <a:lnTo>
                    <a:pt x="18714" y="8836"/>
                  </a:lnTo>
                  <a:lnTo>
                    <a:pt x="14619" y="11985"/>
                  </a:lnTo>
                  <a:lnTo>
                    <a:pt x="14066" y="12411"/>
                  </a:lnTo>
                  <a:cubicBezTo>
                    <a:pt x="14066" y="12411"/>
                    <a:pt x="16257" y="18984"/>
                    <a:pt x="16257" y="18984"/>
                  </a:cubicBezTo>
                  <a:close/>
                  <a:moveTo>
                    <a:pt x="21600" y="7855"/>
                  </a:moveTo>
                  <a:lnTo>
                    <a:pt x="13745" y="7855"/>
                  </a:lnTo>
                  <a:lnTo>
                    <a:pt x="10800" y="0"/>
                  </a:lnTo>
                  <a:lnTo>
                    <a:pt x="7855" y="7855"/>
                  </a:lnTo>
                  <a:lnTo>
                    <a:pt x="0" y="7855"/>
                  </a:lnTo>
                  <a:lnTo>
                    <a:pt x="6382" y="12764"/>
                  </a:lnTo>
                  <a:lnTo>
                    <a:pt x="3436" y="21600"/>
                  </a:lnTo>
                  <a:lnTo>
                    <a:pt x="10800" y="16200"/>
                  </a:lnTo>
                  <a:lnTo>
                    <a:pt x="18164" y="21600"/>
                  </a:lnTo>
                  <a:lnTo>
                    <a:pt x="15218" y="12764"/>
                  </a:lnTo>
                  <a:cubicBezTo>
                    <a:pt x="15218" y="12764"/>
                    <a:pt x="21600" y="7855"/>
                    <a:pt x="21600" y="78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0" name="Shape 2629"/>
            <p:cNvSpPr/>
            <p:nvPr/>
          </p:nvSpPr>
          <p:spPr>
            <a:xfrm>
              <a:off x="4431143" y="3973450"/>
              <a:ext cx="279332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41" y="20618"/>
                  </a:moveTo>
                  <a:cubicBezTo>
                    <a:pt x="15826" y="20618"/>
                    <a:pt x="15226" y="20482"/>
                    <a:pt x="14660" y="20214"/>
                  </a:cubicBezTo>
                  <a:cubicBezTo>
                    <a:pt x="14607" y="20189"/>
                    <a:pt x="14552" y="20170"/>
                    <a:pt x="14497" y="20155"/>
                  </a:cubicBezTo>
                  <a:cubicBezTo>
                    <a:pt x="8918" y="17308"/>
                    <a:pt x="4295" y="12685"/>
                    <a:pt x="1448" y="7105"/>
                  </a:cubicBezTo>
                  <a:cubicBezTo>
                    <a:pt x="1432" y="7048"/>
                    <a:pt x="1412" y="6991"/>
                    <a:pt x="1386" y="6936"/>
                  </a:cubicBezTo>
                  <a:cubicBezTo>
                    <a:pt x="1117" y="6369"/>
                    <a:pt x="982" y="5770"/>
                    <a:pt x="982" y="5155"/>
                  </a:cubicBezTo>
                  <a:cubicBezTo>
                    <a:pt x="982" y="2774"/>
                    <a:pt x="3066" y="982"/>
                    <a:pt x="4417" y="982"/>
                  </a:cubicBezTo>
                  <a:cubicBezTo>
                    <a:pt x="4594" y="982"/>
                    <a:pt x="4711" y="1072"/>
                    <a:pt x="4764" y="1126"/>
                  </a:cubicBezTo>
                  <a:cubicBezTo>
                    <a:pt x="4776" y="1139"/>
                    <a:pt x="4798" y="1164"/>
                    <a:pt x="4831" y="1216"/>
                  </a:cubicBezTo>
                  <a:cubicBezTo>
                    <a:pt x="4848" y="1244"/>
                    <a:pt x="4867" y="1271"/>
                    <a:pt x="4887" y="1297"/>
                  </a:cubicBezTo>
                  <a:lnTo>
                    <a:pt x="8118" y="5453"/>
                  </a:lnTo>
                  <a:cubicBezTo>
                    <a:pt x="8143" y="5485"/>
                    <a:pt x="8170" y="5515"/>
                    <a:pt x="8199" y="5544"/>
                  </a:cubicBezTo>
                  <a:cubicBezTo>
                    <a:pt x="8253" y="5598"/>
                    <a:pt x="8343" y="5715"/>
                    <a:pt x="8343" y="5891"/>
                  </a:cubicBezTo>
                  <a:cubicBezTo>
                    <a:pt x="8343" y="5978"/>
                    <a:pt x="8319" y="6060"/>
                    <a:pt x="8272" y="6135"/>
                  </a:cubicBezTo>
                  <a:lnTo>
                    <a:pt x="7178" y="7221"/>
                  </a:lnTo>
                  <a:cubicBezTo>
                    <a:pt x="7173" y="7226"/>
                    <a:pt x="7168" y="7231"/>
                    <a:pt x="7163" y="7236"/>
                  </a:cubicBezTo>
                  <a:cubicBezTo>
                    <a:pt x="6767" y="7609"/>
                    <a:pt x="6541" y="8126"/>
                    <a:pt x="6541" y="8668"/>
                  </a:cubicBezTo>
                  <a:cubicBezTo>
                    <a:pt x="6541" y="9175"/>
                    <a:pt x="6738" y="9658"/>
                    <a:pt x="7080" y="10020"/>
                  </a:cubicBezTo>
                  <a:cubicBezTo>
                    <a:pt x="7092" y="10040"/>
                    <a:pt x="7105" y="10059"/>
                    <a:pt x="7119" y="10078"/>
                  </a:cubicBezTo>
                  <a:cubicBezTo>
                    <a:pt x="8325" y="11745"/>
                    <a:pt x="9807" y="13222"/>
                    <a:pt x="11525" y="14469"/>
                  </a:cubicBezTo>
                  <a:cubicBezTo>
                    <a:pt x="11538" y="14478"/>
                    <a:pt x="11551" y="14487"/>
                    <a:pt x="11565" y="14496"/>
                  </a:cubicBezTo>
                  <a:cubicBezTo>
                    <a:pt x="11928" y="14844"/>
                    <a:pt x="12414" y="15045"/>
                    <a:pt x="12924" y="15045"/>
                  </a:cubicBezTo>
                  <a:cubicBezTo>
                    <a:pt x="13436" y="15045"/>
                    <a:pt x="13930" y="14840"/>
                    <a:pt x="14297" y="14479"/>
                  </a:cubicBezTo>
                  <a:cubicBezTo>
                    <a:pt x="14316" y="14463"/>
                    <a:pt x="14335" y="14446"/>
                    <a:pt x="14352" y="14427"/>
                  </a:cubicBezTo>
                  <a:lnTo>
                    <a:pt x="15451" y="13320"/>
                  </a:lnTo>
                  <a:cubicBezTo>
                    <a:pt x="15529" y="13271"/>
                    <a:pt x="15611" y="13247"/>
                    <a:pt x="15697" y="13247"/>
                  </a:cubicBezTo>
                  <a:cubicBezTo>
                    <a:pt x="15874" y="13247"/>
                    <a:pt x="15990" y="13337"/>
                    <a:pt x="16044" y="13391"/>
                  </a:cubicBezTo>
                  <a:cubicBezTo>
                    <a:pt x="16073" y="13420"/>
                    <a:pt x="16103" y="13447"/>
                    <a:pt x="16135" y="13472"/>
                  </a:cubicBezTo>
                  <a:lnTo>
                    <a:pt x="20291" y="16704"/>
                  </a:lnTo>
                  <a:cubicBezTo>
                    <a:pt x="20317" y="16725"/>
                    <a:pt x="20345" y="16744"/>
                    <a:pt x="20374" y="16762"/>
                  </a:cubicBezTo>
                  <a:cubicBezTo>
                    <a:pt x="20426" y="16795"/>
                    <a:pt x="20449" y="16816"/>
                    <a:pt x="20461" y="16827"/>
                  </a:cubicBezTo>
                  <a:cubicBezTo>
                    <a:pt x="20515" y="16881"/>
                    <a:pt x="20605" y="16997"/>
                    <a:pt x="20605" y="17174"/>
                  </a:cubicBezTo>
                  <a:cubicBezTo>
                    <a:pt x="20605" y="17207"/>
                    <a:pt x="20606" y="17240"/>
                    <a:pt x="20610" y="17273"/>
                  </a:cubicBezTo>
                  <a:cubicBezTo>
                    <a:pt x="20533" y="18625"/>
                    <a:pt x="18769" y="20618"/>
                    <a:pt x="16441" y="20618"/>
                  </a:cubicBezTo>
                  <a:moveTo>
                    <a:pt x="21586" y="17174"/>
                  </a:moveTo>
                  <a:cubicBezTo>
                    <a:pt x="21586" y="16768"/>
                    <a:pt x="21421" y="16399"/>
                    <a:pt x="21155" y="16133"/>
                  </a:cubicBezTo>
                  <a:cubicBezTo>
                    <a:pt x="21077" y="16054"/>
                    <a:pt x="20988" y="15988"/>
                    <a:pt x="20893" y="15929"/>
                  </a:cubicBezTo>
                  <a:lnTo>
                    <a:pt x="16738" y="12697"/>
                  </a:lnTo>
                  <a:cubicBezTo>
                    <a:pt x="16471" y="12430"/>
                    <a:pt x="16104" y="12265"/>
                    <a:pt x="15697" y="12265"/>
                  </a:cubicBezTo>
                  <a:cubicBezTo>
                    <a:pt x="15364" y="12265"/>
                    <a:pt x="15060" y="12380"/>
                    <a:pt x="14815" y="12567"/>
                  </a:cubicBezTo>
                  <a:lnTo>
                    <a:pt x="13655" y="13736"/>
                  </a:lnTo>
                  <a:lnTo>
                    <a:pt x="13652" y="13733"/>
                  </a:lnTo>
                  <a:cubicBezTo>
                    <a:pt x="13473" y="13934"/>
                    <a:pt x="13214" y="14063"/>
                    <a:pt x="12924" y="14063"/>
                  </a:cubicBezTo>
                  <a:cubicBezTo>
                    <a:pt x="12592" y="14063"/>
                    <a:pt x="12300" y="13897"/>
                    <a:pt x="12122" y="13645"/>
                  </a:cubicBezTo>
                  <a:cubicBezTo>
                    <a:pt x="12116" y="13654"/>
                    <a:pt x="12107" y="13663"/>
                    <a:pt x="12101" y="13674"/>
                  </a:cubicBezTo>
                  <a:cubicBezTo>
                    <a:pt x="10497" y="12510"/>
                    <a:pt x="9076" y="11108"/>
                    <a:pt x="7914" y="9502"/>
                  </a:cubicBezTo>
                  <a:cubicBezTo>
                    <a:pt x="7925" y="9495"/>
                    <a:pt x="7935" y="9486"/>
                    <a:pt x="7947" y="9479"/>
                  </a:cubicBezTo>
                  <a:cubicBezTo>
                    <a:pt x="7691" y="9299"/>
                    <a:pt x="7523" y="9004"/>
                    <a:pt x="7523" y="8668"/>
                  </a:cubicBezTo>
                  <a:cubicBezTo>
                    <a:pt x="7523" y="8367"/>
                    <a:pt x="7659" y="8101"/>
                    <a:pt x="7871" y="7920"/>
                  </a:cubicBezTo>
                  <a:lnTo>
                    <a:pt x="7870" y="7918"/>
                  </a:lnTo>
                  <a:lnTo>
                    <a:pt x="9023" y="6773"/>
                  </a:lnTo>
                  <a:cubicBezTo>
                    <a:pt x="9211" y="6528"/>
                    <a:pt x="9325" y="6224"/>
                    <a:pt x="9325" y="5891"/>
                  </a:cubicBezTo>
                  <a:cubicBezTo>
                    <a:pt x="9325" y="5485"/>
                    <a:pt x="9160" y="5116"/>
                    <a:pt x="8893" y="4850"/>
                  </a:cubicBezTo>
                  <a:lnTo>
                    <a:pt x="5662" y="693"/>
                  </a:lnTo>
                  <a:cubicBezTo>
                    <a:pt x="5603" y="599"/>
                    <a:pt x="5537" y="510"/>
                    <a:pt x="5458" y="432"/>
                  </a:cubicBezTo>
                  <a:cubicBezTo>
                    <a:pt x="5191" y="165"/>
                    <a:pt x="4823" y="0"/>
                    <a:pt x="4417" y="0"/>
                  </a:cubicBezTo>
                  <a:cubicBezTo>
                    <a:pt x="2454" y="0"/>
                    <a:pt x="0" y="2308"/>
                    <a:pt x="0" y="5155"/>
                  </a:cubicBezTo>
                  <a:cubicBezTo>
                    <a:pt x="0" y="5943"/>
                    <a:pt x="183" y="6688"/>
                    <a:pt x="499" y="7356"/>
                  </a:cubicBezTo>
                  <a:lnTo>
                    <a:pt x="482" y="7373"/>
                  </a:lnTo>
                  <a:cubicBezTo>
                    <a:pt x="3435" y="13255"/>
                    <a:pt x="8343" y="18164"/>
                    <a:pt x="14224" y="21117"/>
                  </a:cubicBezTo>
                  <a:lnTo>
                    <a:pt x="14240" y="21101"/>
                  </a:lnTo>
                  <a:cubicBezTo>
                    <a:pt x="14908" y="21418"/>
                    <a:pt x="15652" y="21600"/>
                    <a:pt x="16441" y="21600"/>
                  </a:cubicBezTo>
                  <a:cubicBezTo>
                    <a:pt x="19287" y="21600"/>
                    <a:pt x="21594" y="19145"/>
                    <a:pt x="21594" y="17182"/>
                  </a:cubicBezTo>
                  <a:cubicBezTo>
                    <a:pt x="21594" y="17179"/>
                    <a:pt x="21594" y="17177"/>
                    <a:pt x="21594" y="17174"/>
                  </a:cubicBezTo>
                  <a:cubicBezTo>
                    <a:pt x="21594" y="17174"/>
                    <a:pt x="21586" y="17174"/>
                    <a:pt x="21586" y="17174"/>
                  </a:cubicBezTo>
                  <a:close/>
                  <a:moveTo>
                    <a:pt x="11785" y="10800"/>
                  </a:moveTo>
                  <a:cubicBezTo>
                    <a:pt x="12326" y="10800"/>
                    <a:pt x="12766" y="10360"/>
                    <a:pt x="12766" y="9819"/>
                  </a:cubicBezTo>
                  <a:cubicBezTo>
                    <a:pt x="12766" y="9276"/>
                    <a:pt x="12326" y="8836"/>
                    <a:pt x="11785" y="8836"/>
                  </a:cubicBezTo>
                  <a:cubicBezTo>
                    <a:pt x="11242" y="8836"/>
                    <a:pt x="10803" y="9276"/>
                    <a:pt x="10803" y="9819"/>
                  </a:cubicBezTo>
                  <a:cubicBezTo>
                    <a:pt x="10803" y="10360"/>
                    <a:pt x="11242" y="10800"/>
                    <a:pt x="11785" y="10800"/>
                  </a:cubicBezTo>
                  <a:moveTo>
                    <a:pt x="11785" y="5891"/>
                  </a:moveTo>
                  <a:cubicBezTo>
                    <a:pt x="13953" y="5891"/>
                    <a:pt x="15711" y="7649"/>
                    <a:pt x="15711" y="9819"/>
                  </a:cubicBezTo>
                  <a:cubicBezTo>
                    <a:pt x="15711" y="10090"/>
                    <a:pt x="15930" y="10309"/>
                    <a:pt x="16201" y="10309"/>
                  </a:cubicBezTo>
                  <a:cubicBezTo>
                    <a:pt x="16472" y="10309"/>
                    <a:pt x="16692" y="10090"/>
                    <a:pt x="16692" y="9819"/>
                  </a:cubicBezTo>
                  <a:cubicBezTo>
                    <a:pt x="16692" y="7107"/>
                    <a:pt x="14495" y="4909"/>
                    <a:pt x="11785" y="4909"/>
                  </a:cubicBezTo>
                  <a:cubicBezTo>
                    <a:pt x="11513" y="4909"/>
                    <a:pt x="11294" y="5129"/>
                    <a:pt x="11294" y="5400"/>
                  </a:cubicBezTo>
                  <a:cubicBezTo>
                    <a:pt x="11294" y="5672"/>
                    <a:pt x="11513" y="5891"/>
                    <a:pt x="11785" y="5891"/>
                  </a:cubicBezTo>
                  <a:moveTo>
                    <a:pt x="11785" y="982"/>
                  </a:moveTo>
                  <a:cubicBezTo>
                    <a:pt x="16663" y="982"/>
                    <a:pt x="20618" y="4939"/>
                    <a:pt x="20618" y="9819"/>
                  </a:cubicBezTo>
                  <a:cubicBezTo>
                    <a:pt x="20618" y="10090"/>
                    <a:pt x="20838" y="10309"/>
                    <a:pt x="21109" y="10309"/>
                  </a:cubicBezTo>
                  <a:cubicBezTo>
                    <a:pt x="21380" y="10309"/>
                    <a:pt x="21600" y="10090"/>
                    <a:pt x="21600" y="9819"/>
                  </a:cubicBezTo>
                  <a:cubicBezTo>
                    <a:pt x="21600" y="4396"/>
                    <a:pt x="17206" y="0"/>
                    <a:pt x="11785" y="0"/>
                  </a:cubicBezTo>
                  <a:cubicBezTo>
                    <a:pt x="11513" y="0"/>
                    <a:pt x="11294" y="220"/>
                    <a:pt x="11294" y="491"/>
                  </a:cubicBezTo>
                  <a:cubicBezTo>
                    <a:pt x="11294" y="762"/>
                    <a:pt x="11513" y="982"/>
                    <a:pt x="11785" y="9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1" name="Subtitle 2"/>
            <p:cNvSpPr txBox="1">
              <a:spLocks/>
            </p:cNvSpPr>
            <p:nvPr/>
          </p:nvSpPr>
          <p:spPr>
            <a:xfrm>
              <a:off x="587742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82" name="TextBox 21"/>
            <p:cNvSpPr txBox="1"/>
            <p:nvPr/>
          </p:nvSpPr>
          <p:spPr>
            <a:xfrm>
              <a:off x="6321653" y="4633322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83" name="Oval 22"/>
            <p:cNvSpPr/>
            <p:nvPr/>
          </p:nvSpPr>
          <p:spPr>
            <a:xfrm>
              <a:off x="6658071" y="3830126"/>
              <a:ext cx="560998" cy="56099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84" name="Shape 2633"/>
            <p:cNvSpPr/>
            <p:nvPr/>
          </p:nvSpPr>
          <p:spPr>
            <a:xfrm>
              <a:off x="6798943" y="3973450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44" y="18334"/>
                  </a:moveTo>
                  <a:lnTo>
                    <a:pt x="15583" y="6873"/>
                  </a:lnTo>
                  <a:lnTo>
                    <a:pt x="20168" y="6873"/>
                  </a:lnTo>
                  <a:cubicBezTo>
                    <a:pt x="20168" y="6873"/>
                    <a:pt x="12144" y="18334"/>
                    <a:pt x="12144" y="18334"/>
                  </a:cubicBezTo>
                  <a:close/>
                  <a:moveTo>
                    <a:pt x="10800" y="19403"/>
                  </a:moveTo>
                  <a:lnTo>
                    <a:pt x="7041" y="6873"/>
                  </a:lnTo>
                  <a:lnTo>
                    <a:pt x="14559" y="6873"/>
                  </a:lnTo>
                  <a:cubicBezTo>
                    <a:pt x="14559" y="6873"/>
                    <a:pt x="10800" y="19403"/>
                    <a:pt x="10800" y="19403"/>
                  </a:cubicBezTo>
                  <a:close/>
                  <a:moveTo>
                    <a:pt x="1432" y="6873"/>
                  </a:moveTo>
                  <a:lnTo>
                    <a:pt x="6017" y="6873"/>
                  </a:lnTo>
                  <a:lnTo>
                    <a:pt x="9456" y="18334"/>
                  </a:lnTo>
                  <a:cubicBezTo>
                    <a:pt x="9456" y="18334"/>
                    <a:pt x="1432" y="6873"/>
                    <a:pt x="1432" y="6873"/>
                  </a:cubicBezTo>
                  <a:close/>
                  <a:moveTo>
                    <a:pt x="6578" y="982"/>
                  </a:moveTo>
                  <a:lnTo>
                    <a:pt x="8536" y="982"/>
                  </a:lnTo>
                  <a:lnTo>
                    <a:pt x="6082" y="5891"/>
                  </a:lnTo>
                  <a:lnTo>
                    <a:pt x="1669" y="5891"/>
                  </a:lnTo>
                  <a:cubicBezTo>
                    <a:pt x="1669" y="5891"/>
                    <a:pt x="6578" y="982"/>
                    <a:pt x="6578" y="982"/>
                  </a:cubicBezTo>
                  <a:close/>
                  <a:moveTo>
                    <a:pt x="11973" y="982"/>
                  </a:moveTo>
                  <a:lnTo>
                    <a:pt x="14427" y="5891"/>
                  </a:lnTo>
                  <a:lnTo>
                    <a:pt x="7173" y="5891"/>
                  </a:lnTo>
                  <a:lnTo>
                    <a:pt x="9627" y="982"/>
                  </a:lnTo>
                  <a:cubicBezTo>
                    <a:pt x="9627" y="982"/>
                    <a:pt x="11973" y="982"/>
                    <a:pt x="11973" y="982"/>
                  </a:cubicBezTo>
                  <a:close/>
                  <a:moveTo>
                    <a:pt x="15022" y="982"/>
                  </a:moveTo>
                  <a:lnTo>
                    <a:pt x="19931" y="5891"/>
                  </a:lnTo>
                  <a:lnTo>
                    <a:pt x="15518" y="5891"/>
                  </a:lnTo>
                  <a:lnTo>
                    <a:pt x="13064" y="982"/>
                  </a:lnTo>
                  <a:cubicBezTo>
                    <a:pt x="13064" y="982"/>
                    <a:pt x="15022" y="982"/>
                    <a:pt x="15022" y="982"/>
                  </a:cubicBezTo>
                  <a:close/>
                  <a:moveTo>
                    <a:pt x="21600" y="6382"/>
                  </a:moveTo>
                  <a:cubicBezTo>
                    <a:pt x="21600" y="6272"/>
                    <a:pt x="21557" y="6175"/>
                    <a:pt x="21495" y="6093"/>
                  </a:cubicBezTo>
                  <a:lnTo>
                    <a:pt x="21502" y="6088"/>
                  </a:lnTo>
                  <a:lnTo>
                    <a:pt x="21471" y="6057"/>
                  </a:lnTo>
                  <a:cubicBezTo>
                    <a:pt x="21459" y="6044"/>
                    <a:pt x="21448" y="6032"/>
                    <a:pt x="21434" y="6020"/>
                  </a:cubicBezTo>
                  <a:lnTo>
                    <a:pt x="15611" y="197"/>
                  </a:lnTo>
                  <a:lnTo>
                    <a:pt x="15604" y="201"/>
                  </a:lnTo>
                  <a:cubicBezTo>
                    <a:pt x="15514" y="82"/>
                    <a:pt x="15379" y="0"/>
                    <a:pt x="15218" y="0"/>
                  </a:cubicBezTo>
                  <a:lnTo>
                    <a:pt x="6382" y="0"/>
                  </a:lnTo>
                  <a:cubicBezTo>
                    <a:pt x="6221" y="0"/>
                    <a:pt x="6086" y="82"/>
                    <a:pt x="5996" y="201"/>
                  </a:cubicBezTo>
                  <a:lnTo>
                    <a:pt x="5989" y="197"/>
                  </a:lnTo>
                  <a:lnTo>
                    <a:pt x="166" y="6020"/>
                  </a:lnTo>
                  <a:cubicBezTo>
                    <a:pt x="152" y="6032"/>
                    <a:pt x="141" y="6044"/>
                    <a:pt x="129" y="6057"/>
                  </a:cubicBezTo>
                  <a:lnTo>
                    <a:pt x="98" y="6088"/>
                  </a:lnTo>
                  <a:lnTo>
                    <a:pt x="105" y="6093"/>
                  </a:lnTo>
                  <a:cubicBezTo>
                    <a:pt x="43" y="6175"/>
                    <a:pt x="0" y="6272"/>
                    <a:pt x="0" y="6382"/>
                  </a:cubicBezTo>
                  <a:cubicBezTo>
                    <a:pt x="0" y="6499"/>
                    <a:pt x="46" y="6602"/>
                    <a:pt x="115" y="6686"/>
                  </a:cubicBezTo>
                  <a:lnTo>
                    <a:pt x="109" y="6690"/>
                  </a:lnTo>
                  <a:lnTo>
                    <a:pt x="10418" y="21418"/>
                  </a:lnTo>
                  <a:lnTo>
                    <a:pt x="10424" y="21413"/>
                  </a:lnTo>
                  <a:cubicBezTo>
                    <a:pt x="10514" y="21525"/>
                    <a:pt x="10646" y="21600"/>
                    <a:pt x="10800" y="21600"/>
                  </a:cubicBezTo>
                  <a:cubicBezTo>
                    <a:pt x="10954" y="21600"/>
                    <a:pt x="11086" y="21525"/>
                    <a:pt x="11176" y="21413"/>
                  </a:cubicBezTo>
                  <a:lnTo>
                    <a:pt x="11182" y="21418"/>
                  </a:lnTo>
                  <a:lnTo>
                    <a:pt x="21491" y="6690"/>
                  </a:lnTo>
                  <a:lnTo>
                    <a:pt x="21485" y="6686"/>
                  </a:lnTo>
                  <a:cubicBezTo>
                    <a:pt x="21553" y="6602"/>
                    <a:pt x="21600" y="6499"/>
                    <a:pt x="21600" y="63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5" name="Shape 2562"/>
            <p:cNvSpPr/>
            <p:nvPr/>
          </p:nvSpPr>
          <p:spPr>
            <a:xfrm>
              <a:off x="9117446" y="3977405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10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未来规划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04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592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3"/>
          <p:cNvSpPr/>
          <p:nvPr/>
        </p:nvSpPr>
        <p:spPr>
          <a:xfrm>
            <a:off x="1346246" y="2232339"/>
            <a:ext cx="1434416" cy="143441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4000802" y="2232339"/>
            <a:ext cx="1434416" cy="1434414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Rectangle 6"/>
          <p:cNvSpPr/>
          <p:nvPr/>
        </p:nvSpPr>
        <p:spPr>
          <a:xfrm>
            <a:off x="6635093" y="2234028"/>
            <a:ext cx="1434416" cy="1434414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Rectangle 7"/>
          <p:cNvSpPr/>
          <p:nvPr/>
        </p:nvSpPr>
        <p:spPr>
          <a:xfrm>
            <a:off x="9350438" y="2234028"/>
            <a:ext cx="1434416" cy="1434414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TextBox 76"/>
          <p:cNvSpPr txBox="1"/>
          <p:nvPr/>
        </p:nvSpPr>
        <p:spPr>
          <a:xfrm>
            <a:off x="1299798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研一上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27626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38" name="TextBox 76"/>
          <p:cNvSpPr txBox="1"/>
          <p:nvPr/>
        </p:nvSpPr>
        <p:spPr>
          <a:xfrm>
            <a:off x="3826331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研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一下</a:t>
            </a:r>
            <a:r>
              <a:rPr lang="en-US" altLang="zh-CN" sz="1800" dirty="0" smtClean="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4161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0" name="TextBox 76"/>
          <p:cNvSpPr txBox="1"/>
          <p:nvPr/>
        </p:nvSpPr>
        <p:spPr>
          <a:xfrm>
            <a:off x="6510305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研二下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338134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2" name="TextBox 76"/>
          <p:cNvSpPr txBox="1"/>
          <p:nvPr/>
        </p:nvSpPr>
        <p:spPr>
          <a:xfrm>
            <a:off x="9175969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研三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003798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</p:spTree>
    <p:extLst>
      <p:ext uri="{BB962C8B-B14F-4D97-AF65-F5344CB8AC3E}">
        <p14:creationId xmlns:p14="http://schemas.microsoft.com/office/powerpoint/2010/main" val="178179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右箭头 28"/>
          <p:cNvSpPr/>
          <p:nvPr/>
        </p:nvSpPr>
        <p:spPr>
          <a:xfrm>
            <a:off x="2383" y="3932450"/>
            <a:ext cx="9615487" cy="3937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圆角右箭头 29"/>
          <p:cNvSpPr/>
          <p:nvPr/>
        </p:nvSpPr>
        <p:spPr>
          <a:xfrm rot="5400000" flipH="1">
            <a:off x="3860801" y="-637169"/>
            <a:ext cx="711200" cy="8428037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圆角右箭头 30"/>
          <p:cNvSpPr/>
          <p:nvPr/>
        </p:nvSpPr>
        <p:spPr>
          <a:xfrm rot="16200000" flipH="1" flipV="1">
            <a:off x="3382965" y="945569"/>
            <a:ext cx="709612" cy="7470775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圆角右箭头 31"/>
          <p:cNvSpPr/>
          <p:nvPr/>
        </p:nvSpPr>
        <p:spPr>
          <a:xfrm rot="5400000" flipH="1">
            <a:off x="2525713" y="696330"/>
            <a:ext cx="711200" cy="5761039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圆角右箭头 33"/>
          <p:cNvSpPr/>
          <p:nvPr/>
        </p:nvSpPr>
        <p:spPr>
          <a:xfrm rot="5400000" flipH="1">
            <a:off x="1129507" y="2073487"/>
            <a:ext cx="711200" cy="300672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圆角右箭头 34"/>
          <p:cNvSpPr/>
          <p:nvPr/>
        </p:nvSpPr>
        <p:spPr>
          <a:xfrm rot="16200000" flipH="1" flipV="1">
            <a:off x="2058195" y="2268748"/>
            <a:ext cx="709612" cy="4824413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336361" y="3426044"/>
            <a:ext cx="26057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某集团有限公司</a:t>
            </a:r>
          </a:p>
        </p:txBody>
      </p:sp>
      <p:sp>
        <p:nvSpPr>
          <p:cNvPr id="38" name="矩形 37"/>
          <p:cNvSpPr/>
          <p:nvPr/>
        </p:nvSpPr>
        <p:spPr>
          <a:xfrm>
            <a:off x="9721875" y="3859493"/>
            <a:ext cx="2220188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请输入您的内容，或通过右键选择只保留文本来粘贴您的内容。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30475" y="4971096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2001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0" name="矩形 39"/>
          <p:cNvSpPr/>
          <p:nvPr/>
        </p:nvSpPr>
        <p:spPr>
          <a:xfrm>
            <a:off x="923485" y="5297375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214559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2" name="矩形 41"/>
          <p:cNvSpPr/>
          <p:nvPr/>
        </p:nvSpPr>
        <p:spPr>
          <a:xfrm>
            <a:off x="2207569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78747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2007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4" name="矩形 43"/>
          <p:cNvSpPr/>
          <p:nvPr/>
        </p:nvSpPr>
        <p:spPr>
          <a:xfrm>
            <a:off x="3371757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54480" y="2121749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2010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6" name="矩形 45"/>
          <p:cNvSpPr/>
          <p:nvPr/>
        </p:nvSpPr>
        <p:spPr>
          <a:xfrm>
            <a:off x="4547490" y="2448030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71035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8" name="矩形 47"/>
          <p:cNvSpPr/>
          <p:nvPr/>
        </p:nvSpPr>
        <p:spPr>
          <a:xfrm>
            <a:off x="5964045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219356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2018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1" name="矩形 50"/>
          <p:cNvSpPr/>
          <p:nvPr/>
        </p:nvSpPr>
        <p:spPr>
          <a:xfrm>
            <a:off x="7212366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圆角右箭头 51"/>
          <p:cNvSpPr/>
          <p:nvPr/>
        </p:nvSpPr>
        <p:spPr>
          <a:xfrm rot="16200000" flipH="1" flipV="1">
            <a:off x="727077" y="3657018"/>
            <a:ext cx="709612" cy="216217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04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6" name="Group 2"/>
          <p:cNvGrpSpPr/>
          <p:nvPr/>
        </p:nvGrpSpPr>
        <p:grpSpPr>
          <a:xfrm>
            <a:off x="6725185" y="1670427"/>
            <a:ext cx="4418129" cy="1101023"/>
            <a:chOff x="1930687" y="4371057"/>
            <a:chExt cx="7104440" cy="1770467"/>
          </a:xfrm>
        </p:grpSpPr>
        <p:sp>
          <p:nvSpPr>
            <p:cNvPr id="517" name="TextBox 6"/>
            <p:cNvSpPr txBox="1"/>
            <p:nvPr/>
          </p:nvSpPr>
          <p:spPr>
            <a:xfrm>
              <a:off x="2430337" y="4927511"/>
              <a:ext cx="660479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8" name="Freeform 222"/>
            <p:cNvSpPr>
              <a:spLocks noEditPoints="1"/>
            </p:cNvSpPr>
            <p:nvPr/>
          </p:nvSpPr>
          <p:spPr bwMode="auto">
            <a:xfrm>
              <a:off x="1930687" y="449096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9" name="TextBox 8"/>
            <p:cNvSpPr txBox="1"/>
            <p:nvPr/>
          </p:nvSpPr>
          <p:spPr>
            <a:xfrm>
              <a:off x="2452234" y="4371057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0" name="Group 3"/>
          <p:cNvGrpSpPr/>
          <p:nvPr/>
        </p:nvGrpSpPr>
        <p:grpSpPr>
          <a:xfrm>
            <a:off x="6745015" y="2861910"/>
            <a:ext cx="4398299" cy="1101023"/>
            <a:chOff x="1962577" y="6007067"/>
            <a:chExt cx="7072550" cy="1770467"/>
          </a:xfrm>
        </p:grpSpPr>
        <p:sp>
          <p:nvSpPr>
            <p:cNvPr id="521" name="TextBox 10"/>
            <p:cNvSpPr txBox="1"/>
            <p:nvPr/>
          </p:nvSpPr>
          <p:spPr>
            <a:xfrm>
              <a:off x="2462227" y="6563521"/>
              <a:ext cx="657290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2" name="Freeform 222"/>
            <p:cNvSpPr>
              <a:spLocks noEditPoints="1"/>
            </p:cNvSpPr>
            <p:nvPr/>
          </p:nvSpPr>
          <p:spPr bwMode="auto">
            <a:xfrm>
              <a:off x="1962577" y="612697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3" name="TextBox 15"/>
            <p:cNvSpPr txBox="1"/>
            <p:nvPr/>
          </p:nvSpPr>
          <p:spPr>
            <a:xfrm>
              <a:off x="2484124" y="6007067"/>
              <a:ext cx="2275767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4" name="Group 4"/>
          <p:cNvGrpSpPr/>
          <p:nvPr/>
        </p:nvGrpSpPr>
        <p:grpSpPr>
          <a:xfrm>
            <a:off x="6731397" y="4036478"/>
            <a:ext cx="4310315" cy="1101023"/>
            <a:chOff x="1940679" y="7594332"/>
            <a:chExt cx="6931073" cy="1770467"/>
          </a:xfrm>
        </p:grpSpPr>
        <p:sp>
          <p:nvSpPr>
            <p:cNvPr id="525" name="TextBox 17"/>
            <p:cNvSpPr txBox="1"/>
            <p:nvPr/>
          </p:nvSpPr>
          <p:spPr>
            <a:xfrm>
              <a:off x="2440329" y="8150786"/>
              <a:ext cx="6431423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6" name="Freeform 222"/>
            <p:cNvSpPr>
              <a:spLocks noEditPoints="1"/>
            </p:cNvSpPr>
            <p:nvPr/>
          </p:nvSpPr>
          <p:spPr bwMode="auto">
            <a:xfrm>
              <a:off x="1940679" y="771424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7" name="TextBox 19"/>
            <p:cNvSpPr txBox="1"/>
            <p:nvPr/>
          </p:nvSpPr>
          <p:spPr>
            <a:xfrm>
              <a:off x="2462226" y="759433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8" name="Group 5"/>
          <p:cNvGrpSpPr/>
          <p:nvPr/>
        </p:nvGrpSpPr>
        <p:grpSpPr>
          <a:xfrm>
            <a:off x="6751229" y="5187788"/>
            <a:ext cx="4290483" cy="1101023"/>
            <a:chOff x="1972569" y="9230342"/>
            <a:chExt cx="6899182" cy="1770467"/>
          </a:xfrm>
        </p:grpSpPr>
        <p:sp>
          <p:nvSpPr>
            <p:cNvPr id="529" name="TextBox 21"/>
            <p:cNvSpPr txBox="1"/>
            <p:nvPr/>
          </p:nvSpPr>
          <p:spPr>
            <a:xfrm>
              <a:off x="2472219" y="9786796"/>
              <a:ext cx="6399532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0" name="Freeform 222"/>
            <p:cNvSpPr>
              <a:spLocks noEditPoints="1"/>
            </p:cNvSpPr>
            <p:nvPr/>
          </p:nvSpPr>
          <p:spPr bwMode="auto">
            <a:xfrm>
              <a:off x="1972569" y="935025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1" name="TextBox 23"/>
            <p:cNvSpPr txBox="1"/>
            <p:nvPr/>
          </p:nvSpPr>
          <p:spPr>
            <a:xfrm>
              <a:off x="2494116" y="923034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533" name="椭圆 532"/>
          <p:cNvSpPr/>
          <p:nvPr/>
        </p:nvSpPr>
        <p:spPr>
          <a:xfrm>
            <a:off x="1083674" y="2038909"/>
            <a:ext cx="4173403" cy="4122685"/>
          </a:xfrm>
          <a:prstGeom prst="ellipse">
            <a:avLst/>
          </a:prstGeom>
          <a:noFill/>
          <a:ln w="57150" cap="flat" cmpd="sng" algn="ctr">
            <a:solidFill>
              <a:schemeClr val="accent1"/>
            </a:solidFill>
            <a:prstDash val="sysDot"/>
            <a:miter lim="800000"/>
          </a:ln>
          <a:effectLst/>
        </p:spPr>
        <p:txBody>
          <a:bodyPr anchor="ctr"/>
          <a:lstStyle/>
          <a:p>
            <a:pPr>
              <a:defRPr/>
            </a:pPr>
            <a:endParaRPr lang="zh-CN" altLang="en-US" sz="2952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4" name="椭圆 533"/>
          <p:cNvSpPr/>
          <p:nvPr/>
        </p:nvSpPr>
        <p:spPr>
          <a:xfrm>
            <a:off x="4650290" y="2648233"/>
            <a:ext cx="786002" cy="778252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5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20"/>
          <a:stretch>
            <a:fillRect/>
          </a:stretch>
        </p:blipFill>
        <p:spPr bwMode="auto">
          <a:xfrm>
            <a:off x="4773004" y="2827481"/>
            <a:ext cx="530692" cy="41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6" name="椭圆 535"/>
          <p:cNvSpPr/>
          <p:nvPr/>
        </p:nvSpPr>
        <p:spPr>
          <a:xfrm>
            <a:off x="3608701" y="1795459"/>
            <a:ext cx="762298" cy="754834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7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26628" y="1995425"/>
            <a:ext cx="326438" cy="35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8" name="椭圆 537"/>
          <p:cNvSpPr/>
          <p:nvPr/>
        </p:nvSpPr>
        <p:spPr>
          <a:xfrm>
            <a:off x="4980261" y="4055257"/>
            <a:ext cx="762298" cy="753032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9" name="任意多边形 12"/>
          <p:cNvSpPr/>
          <p:nvPr/>
        </p:nvSpPr>
        <p:spPr>
          <a:xfrm>
            <a:off x="5041677" y="4226038"/>
            <a:ext cx="446798" cy="338684"/>
          </a:xfrm>
          <a:custGeom>
            <a:avLst/>
            <a:gdLst>
              <a:gd name="connsiteX0" fmla="*/ 332089 w 388650"/>
              <a:gd name="connsiteY0" fmla="*/ 43940 h 298935"/>
              <a:gd name="connsiteX1" fmla="*/ 354779 w 388650"/>
              <a:gd name="connsiteY1" fmla="*/ 43940 h 298935"/>
              <a:gd name="connsiteX2" fmla="*/ 388650 w 388650"/>
              <a:gd name="connsiteY2" fmla="*/ 77811 h 298935"/>
              <a:gd name="connsiteX3" fmla="*/ 388650 w 388650"/>
              <a:gd name="connsiteY3" fmla="*/ 162486 h 298935"/>
              <a:gd name="connsiteX4" fmla="*/ 388650 w 388650"/>
              <a:gd name="connsiteY4" fmla="*/ 213291 h 298935"/>
              <a:gd name="connsiteX5" fmla="*/ 354779 w 388650"/>
              <a:gd name="connsiteY5" fmla="*/ 247162 h 298935"/>
              <a:gd name="connsiteX6" fmla="*/ 328319 w 388650"/>
              <a:gd name="connsiteY6" fmla="*/ 247162 h 298935"/>
              <a:gd name="connsiteX7" fmla="*/ 262816 w 388650"/>
              <a:gd name="connsiteY7" fmla="*/ 298935 h 298935"/>
              <a:gd name="connsiteX8" fmla="*/ 237822 w 388650"/>
              <a:gd name="connsiteY8" fmla="*/ 247162 h 298935"/>
              <a:gd name="connsiteX9" fmla="*/ 60533 w 388650"/>
              <a:gd name="connsiteY9" fmla="*/ 247162 h 298935"/>
              <a:gd name="connsiteX10" fmla="*/ 26662 w 388650"/>
              <a:gd name="connsiteY10" fmla="*/ 213291 h 298935"/>
              <a:gd name="connsiteX11" fmla="*/ 26662 w 388650"/>
              <a:gd name="connsiteY11" fmla="*/ 188693 h 298935"/>
              <a:gd name="connsiteX12" fmla="*/ 27227 w 388650"/>
              <a:gd name="connsiteY12" fmla="*/ 188927 h 298935"/>
              <a:gd name="connsiteX13" fmla="*/ 300065 w 388650"/>
              <a:gd name="connsiteY13" fmla="*/ 188927 h 298935"/>
              <a:gd name="connsiteX14" fmla="*/ 332089 w 388650"/>
              <a:gd name="connsiteY14" fmla="*/ 156903 h 298935"/>
              <a:gd name="connsiteX15" fmla="*/ 28100 w 388650"/>
              <a:gd name="connsiteY15" fmla="*/ 0 h 298935"/>
              <a:gd name="connsiteX16" fmla="*/ 290988 w 388650"/>
              <a:gd name="connsiteY16" fmla="*/ 0 h 298935"/>
              <a:gd name="connsiteX17" fmla="*/ 319088 w 388650"/>
              <a:gd name="connsiteY17" fmla="*/ 28100 h 298935"/>
              <a:gd name="connsiteX18" fmla="*/ 319088 w 388650"/>
              <a:gd name="connsiteY18" fmla="*/ 140499 h 298935"/>
              <a:gd name="connsiteX19" fmla="*/ 290988 w 388650"/>
              <a:gd name="connsiteY19" fmla="*/ 168599 h 298935"/>
              <a:gd name="connsiteX20" fmla="*/ 28100 w 388650"/>
              <a:gd name="connsiteY20" fmla="*/ 168599 h 298935"/>
              <a:gd name="connsiteX21" fmla="*/ 0 w 388650"/>
              <a:gd name="connsiteY21" fmla="*/ 140499 h 298935"/>
              <a:gd name="connsiteX22" fmla="*/ 0 w 388650"/>
              <a:gd name="connsiteY22" fmla="*/ 28100 h 298935"/>
              <a:gd name="connsiteX23" fmla="*/ 28100 w 388650"/>
              <a:gd name="connsiteY23" fmla="*/ 0 h 29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8650" h="298935">
                <a:moveTo>
                  <a:pt x="332089" y="43940"/>
                </a:moveTo>
                <a:lnTo>
                  <a:pt x="354779" y="43940"/>
                </a:lnTo>
                <a:cubicBezTo>
                  <a:pt x="373485" y="43940"/>
                  <a:pt x="388650" y="59105"/>
                  <a:pt x="388650" y="77811"/>
                </a:cubicBezTo>
                <a:lnTo>
                  <a:pt x="388650" y="162486"/>
                </a:lnTo>
                <a:lnTo>
                  <a:pt x="388650" y="213291"/>
                </a:lnTo>
                <a:cubicBezTo>
                  <a:pt x="388650" y="231997"/>
                  <a:pt x="373485" y="247162"/>
                  <a:pt x="354779" y="247162"/>
                </a:cubicBezTo>
                <a:lnTo>
                  <a:pt x="328319" y="247162"/>
                </a:lnTo>
                <a:lnTo>
                  <a:pt x="262816" y="298935"/>
                </a:lnTo>
                <a:lnTo>
                  <a:pt x="237822" y="247162"/>
                </a:lnTo>
                <a:lnTo>
                  <a:pt x="60533" y="247162"/>
                </a:lnTo>
                <a:cubicBezTo>
                  <a:pt x="41827" y="247162"/>
                  <a:pt x="26662" y="231997"/>
                  <a:pt x="26662" y="213291"/>
                </a:cubicBezTo>
                <a:lnTo>
                  <a:pt x="26662" y="188693"/>
                </a:lnTo>
                <a:lnTo>
                  <a:pt x="27227" y="188927"/>
                </a:lnTo>
                <a:lnTo>
                  <a:pt x="300065" y="188927"/>
                </a:lnTo>
                <a:cubicBezTo>
                  <a:pt x="317751" y="188927"/>
                  <a:pt x="332089" y="174589"/>
                  <a:pt x="332089" y="156903"/>
                </a:cubicBezTo>
                <a:close/>
                <a:moveTo>
                  <a:pt x="28100" y="0"/>
                </a:moveTo>
                <a:lnTo>
                  <a:pt x="290988" y="0"/>
                </a:lnTo>
                <a:cubicBezTo>
                  <a:pt x="306507" y="0"/>
                  <a:pt x="319088" y="12581"/>
                  <a:pt x="319088" y="28100"/>
                </a:cubicBezTo>
                <a:lnTo>
                  <a:pt x="319088" y="140499"/>
                </a:lnTo>
                <a:cubicBezTo>
                  <a:pt x="319088" y="156018"/>
                  <a:pt x="306507" y="168599"/>
                  <a:pt x="290988" y="168599"/>
                </a:cubicBezTo>
                <a:lnTo>
                  <a:pt x="28100" y="168599"/>
                </a:lnTo>
                <a:cubicBezTo>
                  <a:pt x="12581" y="168599"/>
                  <a:pt x="0" y="156018"/>
                  <a:pt x="0" y="140499"/>
                </a:cubicBezTo>
                <a:lnTo>
                  <a:pt x="0" y="28100"/>
                </a:lnTo>
                <a:cubicBezTo>
                  <a:pt x="0" y="12581"/>
                  <a:pt x="12581" y="0"/>
                  <a:pt x="28100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0" name="椭圆 539"/>
          <p:cNvSpPr/>
          <p:nvPr/>
        </p:nvSpPr>
        <p:spPr>
          <a:xfrm>
            <a:off x="4319027" y="5382178"/>
            <a:ext cx="621874" cy="616118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1" name="任意多边形 14"/>
          <p:cNvSpPr/>
          <p:nvPr/>
        </p:nvSpPr>
        <p:spPr>
          <a:xfrm rot="10800000" flipH="1">
            <a:off x="4412610" y="5525207"/>
            <a:ext cx="395740" cy="291846"/>
          </a:xfrm>
          <a:custGeom>
            <a:avLst/>
            <a:gdLst>
              <a:gd name="connsiteX0" fmla="*/ 441259 w 1065398"/>
              <a:gd name="connsiteY0" fmla="*/ 795512 h 795512"/>
              <a:gd name="connsiteX1" fmla="*/ 624139 w 1065398"/>
              <a:gd name="connsiteY1" fmla="*/ 795512 h 795512"/>
              <a:gd name="connsiteX2" fmla="*/ 624139 w 1065398"/>
              <a:gd name="connsiteY2" fmla="*/ 611235 h 795512"/>
              <a:gd name="connsiteX3" fmla="*/ 975398 w 1065398"/>
              <a:gd name="connsiteY3" fmla="*/ 611235 h 795512"/>
              <a:gd name="connsiteX4" fmla="*/ 1065398 w 1065398"/>
              <a:gd name="connsiteY4" fmla="*/ 521235 h 795512"/>
              <a:gd name="connsiteX5" fmla="*/ 975398 w 1065398"/>
              <a:gd name="connsiteY5" fmla="*/ 431235 h 795512"/>
              <a:gd name="connsiteX6" fmla="*/ 624139 w 1065398"/>
              <a:gd name="connsiteY6" fmla="*/ 431235 h 795512"/>
              <a:gd name="connsiteX7" fmla="*/ 624139 w 1065398"/>
              <a:gd name="connsiteY7" fmla="*/ 0 h 795512"/>
              <a:gd name="connsiteX8" fmla="*/ 441259 w 1065398"/>
              <a:gd name="connsiteY8" fmla="*/ 0 h 795512"/>
              <a:gd name="connsiteX9" fmla="*/ 441259 w 1065398"/>
              <a:gd name="connsiteY9" fmla="*/ 217756 h 795512"/>
              <a:gd name="connsiteX10" fmla="*/ 90000 w 1065398"/>
              <a:gd name="connsiteY10" fmla="*/ 217756 h 795512"/>
              <a:gd name="connsiteX11" fmla="*/ 0 w 1065398"/>
              <a:gd name="connsiteY11" fmla="*/ 307756 h 795512"/>
              <a:gd name="connsiteX12" fmla="*/ 90000 w 1065398"/>
              <a:gd name="connsiteY12" fmla="*/ 397756 h 795512"/>
              <a:gd name="connsiteX13" fmla="*/ 441259 w 1065398"/>
              <a:gd name="connsiteY13" fmla="*/ 397756 h 79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5398" h="795512">
                <a:moveTo>
                  <a:pt x="441259" y="795512"/>
                </a:moveTo>
                <a:lnTo>
                  <a:pt x="624139" y="795512"/>
                </a:lnTo>
                <a:lnTo>
                  <a:pt x="624139" y="611235"/>
                </a:lnTo>
                <a:lnTo>
                  <a:pt x="975398" y="611235"/>
                </a:lnTo>
                <a:lnTo>
                  <a:pt x="1065398" y="521235"/>
                </a:lnTo>
                <a:lnTo>
                  <a:pt x="975398" y="431235"/>
                </a:lnTo>
                <a:lnTo>
                  <a:pt x="624139" y="431235"/>
                </a:lnTo>
                <a:lnTo>
                  <a:pt x="624139" y="0"/>
                </a:lnTo>
                <a:lnTo>
                  <a:pt x="441259" y="0"/>
                </a:lnTo>
                <a:lnTo>
                  <a:pt x="441259" y="217756"/>
                </a:lnTo>
                <a:lnTo>
                  <a:pt x="90000" y="217756"/>
                </a:lnTo>
                <a:lnTo>
                  <a:pt x="0" y="307756"/>
                </a:lnTo>
                <a:lnTo>
                  <a:pt x="90000" y="397756"/>
                </a:lnTo>
                <a:lnTo>
                  <a:pt x="441259" y="397756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441122" y="2473341"/>
            <a:ext cx="3393700" cy="33937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598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3485752" y="5894837"/>
            <a:ext cx="5372569" cy="621179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6041165" y="5338907"/>
            <a:ext cx="261743" cy="1800"/>
          </a:xfrm>
          <a:custGeom>
            <a:avLst/>
            <a:gdLst>
              <a:gd name="connsiteX0" fmla="*/ 0 w 261743"/>
              <a:gd name="connsiteY0" fmla="*/ 0 h 1800"/>
              <a:gd name="connsiteX1" fmla="*/ 243568 w 261743"/>
              <a:gd name="connsiteY1" fmla="*/ 1469 h 1800"/>
              <a:gd name="connsiteX2" fmla="*/ 261743 w 261743"/>
              <a:gd name="connsiteY2" fmla="*/ 1800 h 1800"/>
              <a:gd name="connsiteX3" fmla="*/ 0 w 261743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43" h="1800">
                <a:moveTo>
                  <a:pt x="0" y="0"/>
                </a:moveTo>
                <a:lnTo>
                  <a:pt x="243568" y="1469"/>
                </a:lnTo>
                <a:lnTo>
                  <a:pt x="261743" y="1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041171" y="5338907"/>
            <a:ext cx="261727" cy="1800"/>
          </a:xfrm>
          <a:custGeom>
            <a:avLst/>
            <a:gdLst>
              <a:gd name="connsiteX0" fmla="*/ 261726 w 261726"/>
              <a:gd name="connsiteY0" fmla="*/ 0 h 1800"/>
              <a:gd name="connsiteX1" fmla="*/ 0 w 261726"/>
              <a:gd name="connsiteY1" fmla="*/ 1800 h 1800"/>
              <a:gd name="connsiteX2" fmla="*/ 18174 w 261726"/>
              <a:gd name="connsiteY2" fmla="*/ 1469 h 1800"/>
              <a:gd name="connsiteX3" fmla="*/ 261726 w 261726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26" h="1800">
                <a:moveTo>
                  <a:pt x="261726" y="0"/>
                </a:moveTo>
                <a:lnTo>
                  <a:pt x="0" y="1800"/>
                </a:lnTo>
                <a:lnTo>
                  <a:pt x="18174" y="1469"/>
                </a:lnTo>
                <a:lnTo>
                  <a:pt x="26172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3344427" y="5340708"/>
            <a:ext cx="5655215" cy="673443"/>
          </a:xfrm>
          <a:custGeom>
            <a:avLst/>
            <a:gdLst>
              <a:gd name="connsiteX0" fmla="*/ 2564692 w 5655214"/>
              <a:gd name="connsiteY0" fmla="*/ 0 h 673443"/>
              <a:gd name="connsiteX1" fmla="*/ 2345194 w 5655214"/>
              <a:gd name="connsiteY1" fmla="*/ 4000 h 673443"/>
              <a:gd name="connsiteX2" fmla="*/ 433914 w 5655214"/>
              <a:gd name="connsiteY2" fmla="*/ 284007 h 673443"/>
              <a:gd name="connsiteX3" fmla="*/ 2827607 w 5655214"/>
              <a:gd name="connsiteY3" fmla="*/ 569821 h 673443"/>
              <a:gd name="connsiteX4" fmla="*/ 5221300 w 5655214"/>
              <a:gd name="connsiteY4" fmla="*/ 284007 h 673443"/>
              <a:gd name="connsiteX5" fmla="*/ 3310020 w 5655214"/>
              <a:gd name="connsiteY5" fmla="*/ 4000 h 673443"/>
              <a:gd name="connsiteX6" fmla="*/ 3090523 w 5655214"/>
              <a:gd name="connsiteY6" fmla="*/ 0 h 673443"/>
              <a:gd name="connsiteX7" fmla="*/ 3138249 w 5655214"/>
              <a:gd name="connsiteY7" fmla="*/ 329 h 673443"/>
              <a:gd name="connsiteX8" fmla="*/ 3212934 w 5655214"/>
              <a:gd name="connsiteY8" fmla="*/ 1689 h 673443"/>
              <a:gd name="connsiteX9" fmla="*/ 3445094 w 5655214"/>
              <a:gd name="connsiteY9" fmla="*/ 6514 h 673443"/>
              <a:gd name="connsiteX10" fmla="*/ 3517420 w 5655214"/>
              <a:gd name="connsiteY10" fmla="*/ 8735 h 673443"/>
              <a:gd name="connsiteX11" fmla="*/ 3743551 w 5655214"/>
              <a:gd name="connsiteY11" fmla="*/ 16654 h 673443"/>
              <a:gd name="connsiteX12" fmla="*/ 3809994 w 5655214"/>
              <a:gd name="connsiteY12" fmla="*/ 19558 h 673443"/>
              <a:gd name="connsiteX13" fmla="*/ 4022798 w 5655214"/>
              <a:gd name="connsiteY13" fmla="*/ 30164 h 673443"/>
              <a:gd name="connsiteX14" fmla="*/ 4100377 w 5655214"/>
              <a:gd name="connsiteY14" fmla="*/ 34627 h 673443"/>
              <a:gd name="connsiteX15" fmla="*/ 4262902 w 5655214"/>
              <a:gd name="connsiteY15" fmla="*/ 45289 h 673443"/>
              <a:gd name="connsiteX16" fmla="*/ 4392266 w 5655214"/>
              <a:gd name="connsiteY16" fmla="*/ 54673 h 673443"/>
              <a:gd name="connsiteX17" fmla="*/ 4433897 w 5655214"/>
              <a:gd name="connsiteY17" fmla="*/ 58117 h 673443"/>
              <a:gd name="connsiteX18" fmla="*/ 4626228 w 5655214"/>
              <a:gd name="connsiteY18" fmla="*/ 75290 h 673443"/>
              <a:gd name="connsiteX19" fmla="*/ 5655214 w 5655214"/>
              <a:gd name="connsiteY19" fmla="*/ 335818 h 673443"/>
              <a:gd name="connsiteX20" fmla="*/ 2827607 w 5655214"/>
              <a:gd name="connsiteY20" fmla="*/ 673443 h 673443"/>
              <a:gd name="connsiteX21" fmla="*/ 0 w 5655214"/>
              <a:gd name="connsiteY21" fmla="*/ 335818 h 673443"/>
              <a:gd name="connsiteX22" fmla="*/ 1028986 w 5655214"/>
              <a:gd name="connsiteY22" fmla="*/ 75290 h 673443"/>
              <a:gd name="connsiteX23" fmla="*/ 1221343 w 5655214"/>
              <a:gd name="connsiteY23" fmla="*/ 58115 h 673443"/>
              <a:gd name="connsiteX24" fmla="*/ 1262932 w 5655214"/>
              <a:gd name="connsiteY24" fmla="*/ 54674 h 673443"/>
              <a:gd name="connsiteX25" fmla="*/ 1392331 w 5655214"/>
              <a:gd name="connsiteY25" fmla="*/ 45288 h 673443"/>
              <a:gd name="connsiteX26" fmla="*/ 1554821 w 5655214"/>
              <a:gd name="connsiteY26" fmla="*/ 34628 h 673443"/>
              <a:gd name="connsiteX27" fmla="*/ 1632430 w 5655214"/>
              <a:gd name="connsiteY27" fmla="*/ 30164 h 673443"/>
              <a:gd name="connsiteX28" fmla="*/ 1845204 w 5655214"/>
              <a:gd name="connsiteY28" fmla="*/ 19558 h 673443"/>
              <a:gd name="connsiteX29" fmla="*/ 1911672 w 5655214"/>
              <a:gd name="connsiteY29" fmla="*/ 16654 h 673443"/>
              <a:gd name="connsiteX30" fmla="*/ 2137778 w 5655214"/>
              <a:gd name="connsiteY30" fmla="*/ 8736 h 673443"/>
              <a:gd name="connsiteX31" fmla="*/ 2210125 w 5655214"/>
              <a:gd name="connsiteY31" fmla="*/ 6514 h 673443"/>
              <a:gd name="connsiteX32" fmla="*/ 2442264 w 5655214"/>
              <a:gd name="connsiteY32" fmla="*/ 1690 h 673443"/>
              <a:gd name="connsiteX33" fmla="*/ 2516967 w 5655214"/>
              <a:gd name="connsiteY33" fmla="*/ 329 h 673443"/>
              <a:gd name="connsiteX34" fmla="*/ 2564692 w 5655214"/>
              <a:gd name="connsiteY34" fmla="*/ 0 h 67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655214" h="673443">
                <a:moveTo>
                  <a:pt x="2564692" y="0"/>
                </a:moveTo>
                <a:lnTo>
                  <a:pt x="2345194" y="4000"/>
                </a:lnTo>
                <a:cubicBezTo>
                  <a:pt x="1254429" y="30651"/>
                  <a:pt x="433914" y="145888"/>
                  <a:pt x="433914" y="284007"/>
                </a:cubicBezTo>
                <a:cubicBezTo>
                  <a:pt x="433914" y="441858"/>
                  <a:pt x="1505607" y="569821"/>
                  <a:pt x="2827607" y="569821"/>
                </a:cubicBezTo>
                <a:cubicBezTo>
                  <a:pt x="4149607" y="569821"/>
                  <a:pt x="5221300" y="441858"/>
                  <a:pt x="5221300" y="284007"/>
                </a:cubicBezTo>
                <a:cubicBezTo>
                  <a:pt x="5221300" y="145888"/>
                  <a:pt x="4400785" y="30651"/>
                  <a:pt x="3310020" y="4000"/>
                </a:cubicBezTo>
                <a:lnTo>
                  <a:pt x="3090523" y="0"/>
                </a:lnTo>
                <a:lnTo>
                  <a:pt x="3138249" y="329"/>
                </a:lnTo>
                <a:lnTo>
                  <a:pt x="3212934" y="1689"/>
                </a:lnTo>
                <a:lnTo>
                  <a:pt x="3445094" y="6514"/>
                </a:lnTo>
                <a:lnTo>
                  <a:pt x="3517420" y="8735"/>
                </a:lnTo>
                <a:lnTo>
                  <a:pt x="3743551" y="16654"/>
                </a:lnTo>
                <a:lnTo>
                  <a:pt x="3809994" y="19558"/>
                </a:lnTo>
                <a:lnTo>
                  <a:pt x="4022798" y="30164"/>
                </a:lnTo>
                <a:lnTo>
                  <a:pt x="4100377" y="34627"/>
                </a:lnTo>
                <a:lnTo>
                  <a:pt x="4262902" y="45289"/>
                </a:lnTo>
                <a:lnTo>
                  <a:pt x="4392266" y="54673"/>
                </a:lnTo>
                <a:lnTo>
                  <a:pt x="4433897" y="58117"/>
                </a:lnTo>
                <a:lnTo>
                  <a:pt x="4626228" y="75290"/>
                </a:lnTo>
                <a:cubicBezTo>
                  <a:pt x="5254656" y="137216"/>
                  <a:pt x="5655214" y="230932"/>
                  <a:pt x="5655214" y="335818"/>
                </a:cubicBezTo>
                <a:cubicBezTo>
                  <a:pt x="5655214" y="522283"/>
                  <a:pt x="4389251" y="673443"/>
                  <a:pt x="2827607" y="673443"/>
                </a:cubicBezTo>
                <a:cubicBezTo>
                  <a:pt x="1265963" y="673443"/>
                  <a:pt x="0" y="522283"/>
                  <a:pt x="0" y="335818"/>
                </a:cubicBezTo>
                <a:cubicBezTo>
                  <a:pt x="0" y="230932"/>
                  <a:pt x="400558" y="137216"/>
                  <a:pt x="1028986" y="75290"/>
                </a:cubicBezTo>
                <a:lnTo>
                  <a:pt x="1221343" y="58115"/>
                </a:lnTo>
                <a:lnTo>
                  <a:pt x="1262932" y="54674"/>
                </a:lnTo>
                <a:lnTo>
                  <a:pt x="1392331" y="45288"/>
                </a:lnTo>
                <a:lnTo>
                  <a:pt x="1554821" y="34628"/>
                </a:lnTo>
                <a:lnTo>
                  <a:pt x="1632430" y="30164"/>
                </a:lnTo>
                <a:lnTo>
                  <a:pt x="1845204" y="19558"/>
                </a:lnTo>
                <a:lnTo>
                  <a:pt x="1911672" y="16654"/>
                </a:lnTo>
                <a:lnTo>
                  <a:pt x="2137778" y="8736"/>
                </a:lnTo>
                <a:lnTo>
                  <a:pt x="2210125" y="6514"/>
                </a:lnTo>
                <a:lnTo>
                  <a:pt x="2442264" y="1690"/>
                </a:lnTo>
                <a:lnTo>
                  <a:pt x="2516967" y="329"/>
                </a:lnTo>
                <a:lnTo>
                  <a:pt x="2564692" y="0"/>
                </a:lnTo>
                <a:close/>
              </a:path>
            </a:pathLst>
          </a:custGeom>
          <a:solidFill>
            <a:schemeClr val="bg1"/>
          </a:solidFill>
          <a:ln w="28575" cap="flat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3778341" y="5338899"/>
            <a:ext cx="4787387" cy="571628"/>
          </a:xfrm>
          <a:custGeom>
            <a:avLst/>
            <a:gdLst>
              <a:gd name="connsiteX0" fmla="*/ 2393693 w 4787386"/>
              <a:gd name="connsiteY0" fmla="*/ 0 h 571628"/>
              <a:gd name="connsiteX1" fmla="*/ 2394866 w 4787386"/>
              <a:gd name="connsiteY1" fmla="*/ 7 h 571628"/>
              <a:gd name="connsiteX2" fmla="*/ 2656609 w 4787386"/>
              <a:gd name="connsiteY2" fmla="*/ 1807 h 571628"/>
              <a:gd name="connsiteX3" fmla="*/ 2876106 w 4787386"/>
              <a:gd name="connsiteY3" fmla="*/ 5807 h 571628"/>
              <a:gd name="connsiteX4" fmla="*/ 4787386 w 4787386"/>
              <a:gd name="connsiteY4" fmla="*/ 285814 h 571628"/>
              <a:gd name="connsiteX5" fmla="*/ 2393693 w 4787386"/>
              <a:gd name="connsiteY5" fmla="*/ 571628 h 571628"/>
              <a:gd name="connsiteX6" fmla="*/ 0 w 4787386"/>
              <a:gd name="connsiteY6" fmla="*/ 285814 h 571628"/>
              <a:gd name="connsiteX7" fmla="*/ 1911280 w 4787386"/>
              <a:gd name="connsiteY7" fmla="*/ 5807 h 571628"/>
              <a:gd name="connsiteX8" fmla="*/ 2130778 w 4787386"/>
              <a:gd name="connsiteY8" fmla="*/ 1807 h 571628"/>
              <a:gd name="connsiteX9" fmla="*/ 2392504 w 4787386"/>
              <a:gd name="connsiteY9" fmla="*/ 7 h 571628"/>
              <a:gd name="connsiteX10" fmla="*/ 2393691 w 4787386"/>
              <a:gd name="connsiteY10" fmla="*/ 0 h 571628"/>
              <a:gd name="connsiteX11" fmla="*/ 2071244 w 4787386"/>
              <a:gd name="connsiteY11" fmla="*/ 3881 h 571628"/>
              <a:gd name="connsiteX12" fmla="*/ 793732 w 4787386"/>
              <a:gd name="connsiteY12" fmla="*/ 191040 h 571628"/>
              <a:gd name="connsiteX13" fmla="*/ 2393692 w 4787386"/>
              <a:gd name="connsiteY13" fmla="*/ 382080 h 571628"/>
              <a:gd name="connsiteX14" fmla="*/ 3993652 w 4787386"/>
              <a:gd name="connsiteY14" fmla="*/ 191040 h 571628"/>
              <a:gd name="connsiteX15" fmla="*/ 2716140 w 4787386"/>
              <a:gd name="connsiteY15" fmla="*/ 3881 h 571628"/>
              <a:gd name="connsiteX16" fmla="*/ 2393693 w 4787386"/>
              <a:gd name="connsiteY16" fmla="*/ 0 h 571628"/>
              <a:gd name="connsiteX17" fmla="*/ 2393693 w 4787386"/>
              <a:gd name="connsiteY17" fmla="*/ 0 h 571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787386" h="571628">
                <a:moveTo>
                  <a:pt x="2393693" y="0"/>
                </a:moveTo>
                <a:lnTo>
                  <a:pt x="2394866" y="7"/>
                </a:lnTo>
                <a:lnTo>
                  <a:pt x="2656609" y="1807"/>
                </a:lnTo>
                <a:lnTo>
                  <a:pt x="2876106" y="5807"/>
                </a:lnTo>
                <a:cubicBezTo>
                  <a:pt x="3966871" y="32458"/>
                  <a:pt x="4787386" y="147695"/>
                  <a:pt x="4787386" y="285814"/>
                </a:cubicBezTo>
                <a:cubicBezTo>
                  <a:pt x="4787386" y="443665"/>
                  <a:pt x="3715693" y="571628"/>
                  <a:pt x="2393693" y="571628"/>
                </a:cubicBezTo>
                <a:cubicBezTo>
                  <a:pt x="1071693" y="571628"/>
                  <a:pt x="0" y="443665"/>
                  <a:pt x="0" y="285814"/>
                </a:cubicBezTo>
                <a:cubicBezTo>
                  <a:pt x="0" y="147695"/>
                  <a:pt x="820515" y="32458"/>
                  <a:pt x="1911280" y="5807"/>
                </a:cubicBezTo>
                <a:lnTo>
                  <a:pt x="2130778" y="1807"/>
                </a:lnTo>
                <a:lnTo>
                  <a:pt x="2392504" y="7"/>
                </a:lnTo>
                <a:lnTo>
                  <a:pt x="2393691" y="0"/>
                </a:lnTo>
                <a:lnTo>
                  <a:pt x="2071244" y="3881"/>
                </a:lnTo>
                <a:cubicBezTo>
                  <a:pt x="1342169" y="21695"/>
                  <a:pt x="793732" y="98721"/>
                  <a:pt x="793732" y="191040"/>
                </a:cubicBezTo>
                <a:cubicBezTo>
                  <a:pt x="793732" y="296548"/>
                  <a:pt x="1510058" y="382080"/>
                  <a:pt x="2393692" y="382080"/>
                </a:cubicBezTo>
                <a:cubicBezTo>
                  <a:pt x="3277326" y="382080"/>
                  <a:pt x="3993652" y="296548"/>
                  <a:pt x="3993652" y="191040"/>
                </a:cubicBezTo>
                <a:cubicBezTo>
                  <a:pt x="3993652" y="98721"/>
                  <a:pt x="3445215" y="21695"/>
                  <a:pt x="2716140" y="3881"/>
                </a:cubicBezTo>
                <a:lnTo>
                  <a:pt x="2393693" y="0"/>
                </a:lnTo>
                <a:lnTo>
                  <a:pt x="2393693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017301" y="5338910"/>
            <a:ext cx="309471" cy="2129"/>
          </a:xfrm>
          <a:custGeom>
            <a:avLst/>
            <a:gdLst>
              <a:gd name="connsiteX0" fmla="*/ 0 w 309471"/>
              <a:gd name="connsiteY0" fmla="*/ 0 h 2129"/>
              <a:gd name="connsiteX1" fmla="*/ 287935 w 309471"/>
              <a:gd name="connsiteY1" fmla="*/ 1736 h 2129"/>
              <a:gd name="connsiteX2" fmla="*/ 309471 w 309471"/>
              <a:gd name="connsiteY2" fmla="*/ 2129 h 2129"/>
              <a:gd name="connsiteX3" fmla="*/ 261745 w 309471"/>
              <a:gd name="connsiteY3" fmla="*/ 1800 h 2129"/>
              <a:gd name="connsiteX4" fmla="*/ 243570 w 309471"/>
              <a:gd name="connsiteY4" fmla="*/ 1469 h 2129"/>
              <a:gd name="connsiteX5" fmla="*/ 2 w 309471"/>
              <a:gd name="connsiteY5" fmla="*/ 0 h 2129"/>
              <a:gd name="connsiteX6" fmla="*/ 0 w 309471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71" h="2129">
                <a:moveTo>
                  <a:pt x="0" y="0"/>
                </a:moveTo>
                <a:lnTo>
                  <a:pt x="287935" y="1736"/>
                </a:lnTo>
                <a:lnTo>
                  <a:pt x="309471" y="2129"/>
                </a:lnTo>
                <a:lnTo>
                  <a:pt x="261745" y="1800"/>
                </a:lnTo>
                <a:lnTo>
                  <a:pt x="243570" y="1469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6017307" y="5338910"/>
            <a:ext cx="309455" cy="2129"/>
          </a:xfrm>
          <a:custGeom>
            <a:avLst/>
            <a:gdLst>
              <a:gd name="connsiteX0" fmla="*/ 309454 w 309454"/>
              <a:gd name="connsiteY0" fmla="*/ 0 h 2129"/>
              <a:gd name="connsiteX1" fmla="*/ 309451 w 309454"/>
              <a:gd name="connsiteY1" fmla="*/ 0 h 2129"/>
              <a:gd name="connsiteX2" fmla="*/ 65899 w 309454"/>
              <a:gd name="connsiteY2" fmla="*/ 1469 h 2129"/>
              <a:gd name="connsiteX3" fmla="*/ 47725 w 309454"/>
              <a:gd name="connsiteY3" fmla="*/ 1800 h 2129"/>
              <a:gd name="connsiteX4" fmla="*/ 0 w 309454"/>
              <a:gd name="connsiteY4" fmla="*/ 2129 h 2129"/>
              <a:gd name="connsiteX5" fmla="*/ 21534 w 309454"/>
              <a:gd name="connsiteY5" fmla="*/ 1736 h 2129"/>
              <a:gd name="connsiteX6" fmla="*/ 309454 w 309454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54" h="2129">
                <a:moveTo>
                  <a:pt x="309454" y="0"/>
                </a:moveTo>
                <a:lnTo>
                  <a:pt x="309451" y="0"/>
                </a:lnTo>
                <a:lnTo>
                  <a:pt x="65899" y="1469"/>
                </a:lnTo>
                <a:lnTo>
                  <a:pt x="47725" y="1800"/>
                </a:lnTo>
                <a:lnTo>
                  <a:pt x="0" y="2129"/>
                </a:lnTo>
                <a:lnTo>
                  <a:pt x="21534" y="1736"/>
                </a:lnTo>
                <a:lnTo>
                  <a:pt x="30945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6134685" y="5341038"/>
            <a:ext cx="74703" cy="1361"/>
          </a:xfrm>
          <a:custGeom>
            <a:avLst/>
            <a:gdLst>
              <a:gd name="connsiteX0" fmla="*/ 74703 w 74703"/>
              <a:gd name="connsiteY0" fmla="*/ 0 h 1361"/>
              <a:gd name="connsiteX1" fmla="*/ 0 w 74703"/>
              <a:gd name="connsiteY1" fmla="*/ 1361 h 1361"/>
              <a:gd name="connsiteX2" fmla="*/ 60948 w 74703"/>
              <a:gd name="connsiteY2" fmla="*/ 94 h 1361"/>
              <a:gd name="connsiteX3" fmla="*/ 74703 w 74703"/>
              <a:gd name="connsiteY3" fmla="*/ 0 h 1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3" h="1361">
                <a:moveTo>
                  <a:pt x="74703" y="0"/>
                </a:moveTo>
                <a:lnTo>
                  <a:pt x="0" y="1361"/>
                </a:lnTo>
                <a:lnTo>
                  <a:pt x="60948" y="94"/>
                </a:lnTo>
                <a:lnTo>
                  <a:pt x="74703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6134692" y="5341035"/>
            <a:ext cx="74685" cy="1360"/>
          </a:xfrm>
          <a:custGeom>
            <a:avLst/>
            <a:gdLst>
              <a:gd name="connsiteX0" fmla="*/ 0 w 74685"/>
              <a:gd name="connsiteY0" fmla="*/ 0 h 1360"/>
              <a:gd name="connsiteX1" fmla="*/ 13751 w 74685"/>
              <a:gd name="connsiteY1" fmla="*/ 94 h 1360"/>
              <a:gd name="connsiteX2" fmla="*/ 74685 w 74685"/>
              <a:gd name="connsiteY2" fmla="*/ 1360 h 1360"/>
              <a:gd name="connsiteX3" fmla="*/ 0 w 74685"/>
              <a:gd name="connsiteY3" fmla="*/ 0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85" h="1360">
                <a:moveTo>
                  <a:pt x="0" y="0"/>
                </a:moveTo>
                <a:lnTo>
                  <a:pt x="13751" y="94"/>
                </a:lnTo>
                <a:lnTo>
                  <a:pt x="74685" y="13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6055953" y="5342398"/>
            <a:ext cx="232160" cy="4825"/>
          </a:xfrm>
          <a:custGeom>
            <a:avLst/>
            <a:gdLst>
              <a:gd name="connsiteX0" fmla="*/ 0 w 232160"/>
              <a:gd name="connsiteY0" fmla="*/ 0 h 4825"/>
              <a:gd name="connsiteX1" fmla="*/ 184534 w 232160"/>
              <a:gd name="connsiteY1" fmla="*/ 3363 h 4825"/>
              <a:gd name="connsiteX2" fmla="*/ 232160 w 232160"/>
              <a:gd name="connsiteY2" fmla="*/ 4825 h 4825"/>
              <a:gd name="connsiteX3" fmla="*/ 0 w 232160"/>
              <a:gd name="connsiteY3" fmla="*/ 0 h 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60" h="4825">
                <a:moveTo>
                  <a:pt x="0" y="0"/>
                </a:moveTo>
                <a:lnTo>
                  <a:pt x="184534" y="3363"/>
                </a:lnTo>
                <a:lnTo>
                  <a:pt x="232160" y="48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055965" y="5342396"/>
            <a:ext cx="232139" cy="4824"/>
          </a:xfrm>
          <a:custGeom>
            <a:avLst/>
            <a:gdLst>
              <a:gd name="connsiteX0" fmla="*/ 232139 w 232139"/>
              <a:gd name="connsiteY0" fmla="*/ 0 h 4824"/>
              <a:gd name="connsiteX1" fmla="*/ 0 w 232139"/>
              <a:gd name="connsiteY1" fmla="*/ 4824 h 4824"/>
              <a:gd name="connsiteX2" fmla="*/ 47621 w 232139"/>
              <a:gd name="connsiteY2" fmla="*/ 3362 h 4824"/>
              <a:gd name="connsiteX3" fmla="*/ 232139 w 232139"/>
              <a:gd name="connsiteY3" fmla="*/ 0 h 4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9" h="4824">
                <a:moveTo>
                  <a:pt x="232139" y="0"/>
                </a:moveTo>
                <a:lnTo>
                  <a:pt x="0" y="4824"/>
                </a:lnTo>
                <a:lnTo>
                  <a:pt x="47621" y="3362"/>
                </a:lnTo>
                <a:lnTo>
                  <a:pt x="23213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6135861" y="5347222"/>
            <a:ext cx="72347" cy="2223"/>
          </a:xfrm>
          <a:custGeom>
            <a:avLst/>
            <a:gdLst>
              <a:gd name="connsiteX0" fmla="*/ 72347 w 72347"/>
              <a:gd name="connsiteY0" fmla="*/ 0 h 2222"/>
              <a:gd name="connsiteX1" fmla="*/ 0 w 72347"/>
              <a:gd name="connsiteY1" fmla="*/ 2222 h 2222"/>
              <a:gd name="connsiteX2" fmla="*/ 50411 w 72347"/>
              <a:gd name="connsiteY2" fmla="*/ 456 h 2222"/>
              <a:gd name="connsiteX3" fmla="*/ 72347 w 72347"/>
              <a:gd name="connsiteY3" fmla="*/ 0 h 2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47" h="2222">
                <a:moveTo>
                  <a:pt x="72347" y="0"/>
                </a:moveTo>
                <a:lnTo>
                  <a:pt x="0" y="2222"/>
                </a:lnTo>
                <a:lnTo>
                  <a:pt x="50411" y="456"/>
                </a:lnTo>
                <a:lnTo>
                  <a:pt x="72347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6135871" y="5347223"/>
            <a:ext cx="72327" cy="2221"/>
          </a:xfrm>
          <a:custGeom>
            <a:avLst/>
            <a:gdLst>
              <a:gd name="connsiteX0" fmla="*/ 0 w 72326"/>
              <a:gd name="connsiteY0" fmla="*/ 0 h 2221"/>
              <a:gd name="connsiteX1" fmla="*/ 21929 w 72326"/>
              <a:gd name="connsiteY1" fmla="*/ 456 h 2221"/>
              <a:gd name="connsiteX2" fmla="*/ 72326 w 72326"/>
              <a:gd name="connsiteY2" fmla="*/ 2221 h 2221"/>
              <a:gd name="connsiteX3" fmla="*/ 0 w 72326"/>
              <a:gd name="connsiteY3" fmla="*/ 0 h 2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26" h="2221">
                <a:moveTo>
                  <a:pt x="0" y="0"/>
                </a:moveTo>
                <a:lnTo>
                  <a:pt x="21929" y="456"/>
                </a:lnTo>
                <a:lnTo>
                  <a:pt x="72326" y="22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6058969" y="5349445"/>
            <a:ext cx="226131" cy="7919"/>
          </a:xfrm>
          <a:custGeom>
            <a:avLst/>
            <a:gdLst>
              <a:gd name="connsiteX0" fmla="*/ 0 w 226131"/>
              <a:gd name="connsiteY0" fmla="*/ 0 h 7919"/>
              <a:gd name="connsiteX1" fmla="*/ 151031 w 226131"/>
              <a:gd name="connsiteY1" fmla="*/ 4637 h 7919"/>
              <a:gd name="connsiteX2" fmla="*/ 226131 w 226131"/>
              <a:gd name="connsiteY2" fmla="*/ 7919 h 7919"/>
              <a:gd name="connsiteX3" fmla="*/ 0 w 226131"/>
              <a:gd name="connsiteY3" fmla="*/ 0 h 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31" h="7919">
                <a:moveTo>
                  <a:pt x="0" y="0"/>
                </a:moveTo>
                <a:lnTo>
                  <a:pt x="151031" y="4637"/>
                </a:lnTo>
                <a:lnTo>
                  <a:pt x="226131" y="79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6058981" y="5349443"/>
            <a:ext cx="226107" cy="7919"/>
          </a:xfrm>
          <a:custGeom>
            <a:avLst/>
            <a:gdLst>
              <a:gd name="connsiteX0" fmla="*/ 226106 w 226106"/>
              <a:gd name="connsiteY0" fmla="*/ 0 h 7918"/>
              <a:gd name="connsiteX1" fmla="*/ 0 w 226106"/>
              <a:gd name="connsiteY1" fmla="*/ 7918 h 7918"/>
              <a:gd name="connsiteX2" fmla="*/ 75091 w 226106"/>
              <a:gd name="connsiteY2" fmla="*/ 4636 h 7918"/>
              <a:gd name="connsiteX3" fmla="*/ 226106 w 226106"/>
              <a:gd name="connsiteY3" fmla="*/ 0 h 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06" h="7918">
                <a:moveTo>
                  <a:pt x="226106" y="0"/>
                </a:moveTo>
                <a:lnTo>
                  <a:pt x="0" y="7918"/>
                </a:lnTo>
                <a:lnTo>
                  <a:pt x="75091" y="4636"/>
                </a:lnTo>
                <a:lnTo>
                  <a:pt x="22610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6138799" y="5357360"/>
            <a:ext cx="66468" cy="2904"/>
          </a:xfrm>
          <a:custGeom>
            <a:avLst/>
            <a:gdLst>
              <a:gd name="connsiteX0" fmla="*/ 66468 w 66468"/>
              <a:gd name="connsiteY0" fmla="*/ 0 h 2904"/>
              <a:gd name="connsiteX1" fmla="*/ 0 w 66468"/>
              <a:gd name="connsiteY1" fmla="*/ 2904 h 2904"/>
              <a:gd name="connsiteX2" fmla="*/ 38928 w 66468"/>
              <a:gd name="connsiteY2" fmla="*/ 964 h 2904"/>
              <a:gd name="connsiteX3" fmla="*/ 66468 w 66468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68" h="2904">
                <a:moveTo>
                  <a:pt x="66468" y="0"/>
                </a:moveTo>
                <a:lnTo>
                  <a:pt x="0" y="2904"/>
                </a:lnTo>
                <a:lnTo>
                  <a:pt x="38928" y="964"/>
                </a:lnTo>
                <a:lnTo>
                  <a:pt x="66468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6138813" y="5357360"/>
            <a:ext cx="66443" cy="2904"/>
          </a:xfrm>
          <a:custGeom>
            <a:avLst/>
            <a:gdLst>
              <a:gd name="connsiteX0" fmla="*/ 0 w 66443"/>
              <a:gd name="connsiteY0" fmla="*/ 0 h 2904"/>
              <a:gd name="connsiteX1" fmla="*/ 27529 w 66443"/>
              <a:gd name="connsiteY1" fmla="*/ 964 h 2904"/>
              <a:gd name="connsiteX2" fmla="*/ 66443 w 66443"/>
              <a:gd name="connsiteY2" fmla="*/ 2904 h 2904"/>
              <a:gd name="connsiteX3" fmla="*/ 0 w 66443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43" h="2904">
                <a:moveTo>
                  <a:pt x="0" y="0"/>
                </a:moveTo>
                <a:lnTo>
                  <a:pt x="27529" y="964"/>
                </a:lnTo>
                <a:lnTo>
                  <a:pt x="66443" y="29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6065631" y="5360266"/>
            <a:ext cx="212804" cy="10607"/>
          </a:xfrm>
          <a:custGeom>
            <a:avLst/>
            <a:gdLst>
              <a:gd name="connsiteX0" fmla="*/ 0 w 212804"/>
              <a:gd name="connsiteY0" fmla="*/ 0 h 10606"/>
              <a:gd name="connsiteX1" fmla="*/ 118245 w 212804"/>
              <a:gd name="connsiteY1" fmla="*/ 5167 h 10606"/>
              <a:gd name="connsiteX2" fmla="*/ 212804 w 212804"/>
              <a:gd name="connsiteY2" fmla="*/ 10606 h 10606"/>
              <a:gd name="connsiteX3" fmla="*/ 0 w 21280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04" h="10606">
                <a:moveTo>
                  <a:pt x="0" y="0"/>
                </a:moveTo>
                <a:lnTo>
                  <a:pt x="118245" y="5167"/>
                </a:lnTo>
                <a:lnTo>
                  <a:pt x="212804" y="106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6065647" y="5360266"/>
            <a:ext cx="212775" cy="10607"/>
          </a:xfrm>
          <a:custGeom>
            <a:avLst/>
            <a:gdLst>
              <a:gd name="connsiteX0" fmla="*/ 212774 w 212774"/>
              <a:gd name="connsiteY0" fmla="*/ 0 h 10606"/>
              <a:gd name="connsiteX1" fmla="*/ 0 w 212774"/>
              <a:gd name="connsiteY1" fmla="*/ 10606 h 10606"/>
              <a:gd name="connsiteX2" fmla="*/ 94545 w 212774"/>
              <a:gd name="connsiteY2" fmla="*/ 5167 h 10606"/>
              <a:gd name="connsiteX3" fmla="*/ 212774 w 21277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74" h="10606">
                <a:moveTo>
                  <a:pt x="212774" y="0"/>
                </a:moveTo>
                <a:lnTo>
                  <a:pt x="0" y="10606"/>
                </a:lnTo>
                <a:lnTo>
                  <a:pt x="94545" y="5167"/>
                </a:lnTo>
                <a:lnTo>
                  <a:pt x="21277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6133232" y="5370871"/>
            <a:ext cx="77609" cy="4464"/>
          </a:xfrm>
          <a:custGeom>
            <a:avLst/>
            <a:gdLst>
              <a:gd name="connsiteX0" fmla="*/ 77609 w 77609"/>
              <a:gd name="connsiteY0" fmla="*/ 0 h 4464"/>
              <a:gd name="connsiteX1" fmla="*/ 0 w 77609"/>
              <a:gd name="connsiteY1" fmla="*/ 4464 h 4464"/>
              <a:gd name="connsiteX2" fmla="*/ 37813 w 77609"/>
              <a:gd name="connsiteY2" fmla="*/ 1983 h 4464"/>
              <a:gd name="connsiteX3" fmla="*/ 77609 w 77609"/>
              <a:gd name="connsiteY3" fmla="*/ 0 h 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9" h="4464">
                <a:moveTo>
                  <a:pt x="77609" y="0"/>
                </a:moveTo>
                <a:lnTo>
                  <a:pt x="0" y="4464"/>
                </a:lnTo>
                <a:lnTo>
                  <a:pt x="37813" y="1983"/>
                </a:lnTo>
                <a:lnTo>
                  <a:pt x="7760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133245" y="5370874"/>
            <a:ext cx="77579" cy="4463"/>
          </a:xfrm>
          <a:custGeom>
            <a:avLst/>
            <a:gdLst>
              <a:gd name="connsiteX0" fmla="*/ 0 w 77579"/>
              <a:gd name="connsiteY0" fmla="*/ 0 h 4463"/>
              <a:gd name="connsiteX1" fmla="*/ 39780 w 77579"/>
              <a:gd name="connsiteY1" fmla="*/ 1983 h 4463"/>
              <a:gd name="connsiteX2" fmla="*/ 77579 w 77579"/>
              <a:gd name="connsiteY2" fmla="*/ 4463 h 4463"/>
              <a:gd name="connsiteX3" fmla="*/ 0 w 77579"/>
              <a:gd name="connsiteY3" fmla="*/ 0 h 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9" h="4463">
                <a:moveTo>
                  <a:pt x="0" y="0"/>
                </a:moveTo>
                <a:lnTo>
                  <a:pt x="39780" y="1983"/>
                </a:lnTo>
                <a:lnTo>
                  <a:pt x="77579" y="44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6090772" y="5375335"/>
            <a:ext cx="162525" cy="10663"/>
          </a:xfrm>
          <a:custGeom>
            <a:avLst/>
            <a:gdLst>
              <a:gd name="connsiteX0" fmla="*/ 0 w 162525"/>
              <a:gd name="connsiteY0" fmla="*/ 0 h 10662"/>
              <a:gd name="connsiteX1" fmla="*/ 75035 w 162525"/>
              <a:gd name="connsiteY1" fmla="*/ 4316 h 10662"/>
              <a:gd name="connsiteX2" fmla="*/ 162525 w 162525"/>
              <a:gd name="connsiteY2" fmla="*/ 10662 h 10662"/>
              <a:gd name="connsiteX3" fmla="*/ 0 w 162525"/>
              <a:gd name="connsiteY3" fmla="*/ 0 h 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25" h="10662">
                <a:moveTo>
                  <a:pt x="0" y="0"/>
                </a:moveTo>
                <a:lnTo>
                  <a:pt x="75035" y="4316"/>
                </a:lnTo>
                <a:lnTo>
                  <a:pt x="162525" y="106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6090789" y="5375335"/>
            <a:ext cx="162491" cy="10660"/>
          </a:xfrm>
          <a:custGeom>
            <a:avLst/>
            <a:gdLst>
              <a:gd name="connsiteX0" fmla="*/ 162490 w 162490"/>
              <a:gd name="connsiteY0" fmla="*/ 0 h 10660"/>
              <a:gd name="connsiteX1" fmla="*/ 0 w 162490"/>
              <a:gd name="connsiteY1" fmla="*/ 10660 h 10660"/>
              <a:gd name="connsiteX2" fmla="*/ 87471 w 162490"/>
              <a:gd name="connsiteY2" fmla="*/ 4315 h 10660"/>
              <a:gd name="connsiteX3" fmla="*/ 162490 w 162490"/>
              <a:gd name="connsiteY3" fmla="*/ 0 h 1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490" h="10660">
                <a:moveTo>
                  <a:pt x="162490" y="0"/>
                </a:moveTo>
                <a:lnTo>
                  <a:pt x="0" y="10660"/>
                </a:lnTo>
                <a:lnTo>
                  <a:pt x="87471" y="4315"/>
                </a:lnTo>
                <a:lnTo>
                  <a:pt x="16249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6107337" y="5385993"/>
            <a:ext cx="129399" cy="9387"/>
          </a:xfrm>
          <a:custGeom>
            <a:avLst/>
            <a:gdLst>
              <a:gd name="connsiteX0" fmla="*/ 129399 w 129399"/>
              <a:gd name="connsiteY0" fmla="*/ 0 h 9386"/>
              <a:gd name="connsiteX1" fmla="*/ 0 w 129399"/>
              <a:gd name="connsiteY1" fmla="*/ 9386 h 9386"/>
              <a:gd name="connsiteX2" fmla="*/ 52360 w 129399"/>
              <a:gd name="connsiteY2" fmla="*/ 5054 h 9386"/>
              <a:gd name="connsiteX3" fmla="*/ 129399 w 129399"/>
              <a:gd name="connsiteY3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99" h="9386">
                <a:moveTo>
                  <a:pt x="129399" y="0"/>
                </a:moveTo>
                <a:lnTo>
                  <a:pt x="0" y="9386"/>
                </a:lnTo>
                <a:lnTo>
                  <a:pt x="52360" y="5054"/>
                </a:lnTo>
                <a:lnTo>
                  <a:pt x="12939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6107351" y="5385995"/>
            <a:ext cx="129364" cy="9384"/>
          </a:xfrm>
          <a:custGeom>
            <a:avLst/>
            <a:gdLst>
              <a:gd name="connsiteX0" fmla="*/ 0 w 129364"/>
              <a:gd name="connsiteY0" fmla="*/ 0 h 9384"/>
              <a:gd name="connsiteX1" fmla="*/ 77018 w 129364"/>
              <a:gd name="connsiteY1" fmla="*/ 5053 h 9384"/>
              <a:gd name="connsiteX2" fmla="*/ 129364 w 129364"/>
              <a:gd name="connsiteY2" fmla="*/ 9384 h 9384"/>
              <a:gd name="connsiteX3" fmla="*/ 0 w 129364"/>
              <a:gd name="connsiteY3" fmla="*/ 0 h 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64" h="9384">
                <a:moveTo>
                  <a:pt x="0" y="0"/>
                </a:moveTo>
                <a:lnTo>
                  <a:pt x="77018" y="5053"/>
                </a:lnTo>
                <a:lnTo>
                  <a:pt x="129364" y="93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6151221" y="5395379"/>
            <a:ext cx="41631" cy="3444"/>
          </a:xfrm>
          <a:custGeom>
            <a:avLst/>
            <a:gdLst>
              <a:gd name="connsiteX0" fmla="*/ 0 w 41631"/>
              <a:gd name="connsiteY0" fmla="*/ 0 h 3444"/>
              <a:gd name="connsiteX1" fmla="*/ 16283 w 41631"/>
              <a:gd name="connsiteY1" fmla="*/ 1181 h 3444"/>
              <a:gd name="connsiteX2" fmla="*/ 41631 w 41631"/>
              <a:gd name="connsiteY2" fmla="*/ 3444 h 3444"/>
              <a:gd name="connsiteX3" fmla="*/ 0 w 41631"/>
              <a:gd name="connsiteY3" fmla="*/ 0 h 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31" h="3444">
                <a:moveTo>
                  <a:pt x="0" y="0"/>
                </a:moveTo>
                <a:lnTo>
                  <a:pt x="16283" y="1181"/>
                </a:lnTo>
                <a:lnTo>
                  <a:pt x="41631" y="3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6151240" y="5395384"/>
            <a:ext cx="41589" cy="3441"/>
          </a:xfrm>
          <a:custGeom>
            <a:avLst/>
            <a:gdLst>
              <a:gd name="connsiteX0" fmla="*/ 41589 w 41589"/>
              <a:gd name="connsiteY0" fmla="*/ 0 h 3441"/>
              <a:gd name="connsiteX1" fmla="*/ 0 w 41589"/>
              <a:gd name="connsiteY1" fmla="*/ 3441 h 3441"/>
              <a:gd name="connsiteX2" fmla="*/ 25322 w 41589"/>
              <a:gd name="connsiteY2" fmla="*/ 1180 h 3441"/>
              <a:gd name="connsiteX3" fmla="*/ 41589 w 41589"/>
              <a:gd name="connsiteY3" fmla="*/ 0 h 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9" h="3441">
                <a:moveTo>
                  <a:pt x="41589" y="0"/>
                </a:moveTo>
                <a:lnTo>
                  <a:pt x="0" y="3441"/>
                </a:lnTo>
                <a:lnTo>
                  <a:pt x="25322" y="1180"/>
                </a:lnTo>
                <a:lnTo>
                  <a:pt x="4158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999299" y="5398824"/>
            <a:ext cx="6345471" cy="804249"/>
          </a:xfrm>
          <a:custGeom>
            <a:avLst/>
            <a:gdLst>
              <a:gd name="connsiteX0" fmla="*/ 1566472 w 6345470"/>
              <a:gd name="connsiteY0" fmla="*/ 0 h 804249"/>
              <a:gd name="connsiteX1" fmla="*/ 1374115 w 6345470"/>
              <a:gd name="connsiteY1" fmla="*/ 17175 h 804249"/>
              <a:gd name="connsiteX2" fmla="*/ 345129 w 6345470"/>
              <a:gd name="connsiteY2" fmla="*/ 277703 h 804249"/>
              <a:gd name="connsiteX3" fmla="*/ 3172736 w 6345470"/>
              <a:gd name="connsiteY3" fmla="*/ 615328 h 804249"/>
              <a:gd name="connsiteX4" fmla="*/ 6000343 w 6345470"/>
              <a:gd name="connsiteY4" fmla="*/ 277703 h 804249"/>
              <a:gd name="connsiteX5" fmla="*/ 4971357 w 6345470"/>
              <a:gd name="connsiteY5" fmla="*/ 17175 h 804249"/>
              <a:gd name="connsiteX6" fmla="*/ 4779026 w 6345470"/>
              <a:gd name="connsiteY6" fmla="*/ 2 h 804249"/>
              <a:gd name="connsiteX7" fmla="*/ 4946641 w 6345470"/>
              <a:gd name="connsiteY7" fmla="*/ 13870 h 804249"/>
              <a:gd name="connsiteX8" fmla="*/ 6345470 w 6345470"/>
              <a:gd name="connsiteY8" fmla="*/ 372163 h 804249"/>
              <a:gd name="connsiteX9" fmla="*/ 3172735 w 6345470"/>
              <a:gd name="connsiteY9" fmla="*/ 804249 h 804249"/>
              <a:gd name="connsiteX10" fmla="*/ 0 w 6345470"/>
              <a:gd name="connsiteY10" fmla="*/ 372163 h 804249"/>
              <a:gd name="connsiteX11" fmla="*/ 1398829 w 6345470"/>
              <a:gd name="connsiteY11" fmla="*/ 13870 h 804249"/>
              <a:gd name="connsiteX12" fmla="*/ 1566472 w 6345470"/>
              <a:gd name="connsiteY12" fmla="*/ 0 h 80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45470" h="804249">
                <a:moveTo>
                  <a:pt x="1566472" y="0"/>
                </a:moveTo>
                <a:lnTo>
                  <a:pt x="1374115" y="17175"/>
                </a:lnTo>
                <a:cubicBezTo>
                  <a:pt x="745687" y="79101"/>
                  <a:pt x="345129" y="172817"/>
                  <a:pt x="345129" y="277703"/>
                </a:cubicBezTo>
                <a:cubicBezTo>
                  <a:pt x="345129" y="464168"/>
                  <a:pt x="1611092" y="615328"/>
                  <a:pt x="3172736" y="615328"/>
                </a:cubicBezTo>
                <a:cubicBezTo>
                  <a:pt x="4734380" y="615328"/>
                  <a:pt x="6000343" y="464168"/>
                  <a:pt x="6000343" y="277703"/>
                </a:cubicBezTo>
                <a:cubicBezTo>
                  <a:pt x="6000343" y="172817"/>
                  <a:pt x="5599785" y="79101"/>
                  <a:pt x="4971357" y="17175"/>
                </a:cubicBezTo>
                <a:lnTo>
                  <a:pt x="4779026" y="2"/>
                </a:lnTo>
                <a:lnTo>
                  <a:pt x="4946641" y="13870"/>
                </a:lnTo>
                <a:cubicBezTo>
                  <a:pt x="5790594" y="91519"/>
                  <a:pt x="6345470" y="223016"/>
                  <a:pt x="6345470" y="372163"/>
                </a:cubicBezTo>
                <a:cubicBezTo>
                  <a:pt x="6345470" y="610798"/>
                  <a:pt x="4924988" y="804249"/>
                  <a:pt x="3172735" y="804249"/>
                </a:cubicBezTo>
                <a:cubicBezTo>
                  <a:pt x="1420482" y="804249"/>
                  <a:pt x="0" y="610798"/>
                  <a:pt x="0" y="372163"/>
                </a:cubicBezTo>
                <a:cubicBezTo>
                  <a:pt x="0" y="223016"/>
                  <a:pt x="554876" y="91519"/>
                  <a:pt x="1398829" y="13870"/>
                </a:cubicBezTo>
                <a:lnTo>
                  <a:pt x="1566472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3213128" y="4064784"/>
            <a:ext cx="0" cy="169164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669047" y="4852572"/>
            <a:ext cx="0" cy="81078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7330271" y="3056547"/>
            <a:ext cx="0" cy="2728020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上箭头 41"/>
          <p:cNvSpPr/>
          <p:nvPr/>
        </p:nvSpPr>
        <p:spPr>
          <a:xfrm>
            <a:off x="6366158" y="3803263"/>
            <a:ext cx="422655" cy="1925032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3" name="上箭头 42"/>
          <p:cNvSpPr/>
          <p:nvPr/>
        </p:nvSpPr>
        <p:spPr>
          <a:xfrm>
            <a:off x="5495295" y="4438941"/>
            <a:ext cx="424728" cy="1266625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4" name="上箭头 43"/>
          <p:cNvSpPr/>
          <p:nvPr/>
        </p:nvSpPr>
        <p:spPr>
          <a:xfrm>
            <a:off x="5693733" y="3088112"/>
            <a:ext cx="956603" cy="2852781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120674" y="2561010"/>
            <a:ext cx="2233329" cy="1242254"/>
            <a:chOff x="1122126" y="1807809"/>
            <a:chExt cx="2233329" cy="1242254"/>
          </a:xfrm>
        </p:grpSpPr>
        <p:sp>
          <p:nvSpPr>
            <p:cNvPr id="46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7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636980" y="3433667"/>
            <a:ext cx="2233329" cy="1242254"/>
            <a:chOff x="1122126" y="1807809"/>
            <a:chExt cx="2233329" cy="1242254"/>
          </a:xfrm>
        </p:grpSpPr>
        <p:sp>
          <p:nvSpPr>
            <p:cNvPr id="49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258365" y="1677775"/>
            <a:ext cx="2233329" cy="1242254"/>
            <a:chOff x="1122126" y="1807809"/>
            <a:chExt cx="2233329" cy="1242254"/>
          </a:xfrm>
        </p:grpSpPr>
        <p:sp>
          <p:nvSpPr>
            <p:cNvPr id="53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045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="" xmlns:a16="http://schemas.microsoft.com/office/drawing/2014/main" id="{5FE24F69-7AAC-48DB-9B24-AC0F686EEDC1}"/>
              </a:ext>
            </a:extLst>
          </p:cNvPr>
          <p:cNvGrpSpPr/>
          <p:nvPr/>
        </p:nvGrpSpPr>
        <p:grpSpPr>
          <a:xfrm>
            <a:off x="4044879" y="2488456"/>
            <a:ext cx="4100908" cy="2747107"/>
            <a:chOff x="4295800" y="1882977"/>
            <a:chExt cx="4100908" cy="2747106"/>
          </a:xfrm>
        </p:grpSpPr>
        <p:grpSp>
          <p:nvGrpSpPr>
            <p:cNvPr id="37" name="组合 36">
              <a:extLst>
                <a:ext uri="{FF2B5EF4-FFF2-40B4-BE49-F238E27FC236}">
                  <a16:creationId xmlns="" xmlns:a16="http://schemas.microsoft.com/office/drawing/2014/main" id="{B630C8EE-40CB-409D-A1B9-CA03EF3AC8A6}"/>
                </a:ext>
              </a:extLst>
            </p:cNvPr>
            <p:cNvGrpSpPr/>
            <p:nvPr/>
          </p:nvGrpSpPr>
          <p:grpSpPr>
            <a:xfrm>
              <a:off x="5091296" y="2384884"/>
              <a:ext cx="2422525" cy="1724861"/>
              <a:chOff x="1701800" y="3503911"/>
              <a:chExt cx="3733800" cy="2658502"/>
            </a:xfrm>
          </p:grpSpPr>
          <p:grpSp>
            <p:nvGrpSpPr>
              <p:cNvPr id="57" name="组合 56">
                <a:extLst>
                  <a:ext uri="{FF2B5EF4-FFF2-40B4-BE49-F238E27FC236}">
                    <a16:creationId xmlns="" xmlns:a16="http://schemas.microsoft.com/office/drawing/2014/main" id="{3CA8145C-0DA3-45EF-9204-DFAE9054145B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</p:grpSpPr>
            <p:sp>
              <p:nvSpPr>
                <p:cNvPr id="60" name="íṩľíḍè-Right Triangle 44">
                  <a:extLst>
                    <a:ext uri="{FF2B5EF4-FFF2-40B4-BE49-F238E27FC236}">
                      <a16:creationId xmlns="" xmlns:a16="http://schemas.microsoft.com/office/drawing/2014/main" id="{800CFEAB-62F0-4E08-916E-91116B6EF4B1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íṩľíḍè-Right Triangle 45">
                  <a:extLst>
                    <a:ext uri="{FF2B5EF4-FFF2-40B4-BE49-F238E27FC236}">
                      <a16:creationId xmlns="" xmlns:a16="http://schemas.microsoft.com/office/drawing/2014/main" id="{B30791F8-1059-4DF3-A8F0-C3B5E779AF2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8" name="íṩľíḍè-Isosceles Triangle 42">
                <a:extLst>
                  <a:ext uri="{FF2B5EF4-FFF2-40B4-BE49-F238E27FC236}">
                    <a16:creationId xmlns="" xmlns:a16="http://schemas.microsoft.com/office/drawing/2014/main" id="{6199D890-5DF7-4D06-94CC-75F27542963A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íṩľíḍè-Freeform 43">
                <a:extLst>
                  <a:ext uri="{FF2B5EF4-FFF2-40B4-BE49-F238E27FC236}">
                    <a16:creationId xmlns="" xmlns:a16="http://schemas.microsoft.com/office/drawing/2014/main" id="{03D33613-3AC8-4A9A-9A6E-4D4F5399E0E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="" xmlns:a16="http://schemas.microsoft.com/office/drawing/2014/main" id="{4182E49D-5A24-4A4F-B0CF-CF667382EFC6}"/>
                </a:ext>
              </a:extLst>
            </p:cNvPr>
            <p:cNvGrpSpPr/>
            <p:nvPr/>
          </p:nvGrpSpPr>
          <p:grpSpPr>
            <a:xfrm>
              <a:off x="4295800" y="3657897"/>
              <a:ext cx="1365412" cy="972186"/>
              <a:chOff x="1701800" y="3503911"/>
              <a:chExt cx="3733800" cy="2658502"/>
            </a:xfrm>
            <a:solidFill>
              <a:schemeClr val="accent1"/>
            </a:solidFill>
          </p:grpSpPr>
          <p:grpSp>
            <p:nvGrpSpPr>
              <p:cNvPr id="52" name="组合 51">
                <a:extLst>
                  <a:ext uri="{FF2B5EF4-FFF2-40B4-BE49-F238E27FC236}">
                    <a16:creationId xmlns="" xmlns:a16="http://schemas.microsoft.com/office/drawing/2014/main" id="{92237454-EBCD-482E-BE13-7FCF0A05AC48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55" name="íṩľíḍè-Right Triangle 39">
                  <a:extLst>
                    <a:ext uri="{FF2B5EF4-FFF2-40B4-BE49-F238E27FC236}">
                      <a16:creationId xmlns="" xmlns:a16="http://schemas.microsoft.com/office/drawing/2014/main" id="{6DF863CC-5321-4074-B916-B3521280083C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íṩľíḍè-Right Triangle 40">
                  <a:extLst>
                    <a:ext uri="{FF2B5EF4-FFF2-40B4-BE49-F238E27FC236}">
                      <a16:creationId xmlns="" xmlns:a16="http://schemas.microsoft.com/office/drawing/2014/main" id="{B040F6ED-A1EE-4D27-AB86-6E99613307D7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3" name="íṩľíḍè-Isosceles Triangle 37">
                <a:extLst>
                  <a:ext uri="{FF2B5EF4-FFF2-40B4-BE49-F238E27FC236}">
                    <a16:creationId xmlns="" xmlns:a16="http://schemas.microsoft.com/office/drawing/2014/main" id="{73B269C1-357D-4807-86F5-BF40FF37D2D7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íṩľíḍè-Freeform 38">
                <a:extLst>
                  <a:ext uri="{FF2B5EF4-FFF2-40B4-BE49-F238E27FC236}">
                    <a16:creationId xmlns="" xmlns:a16="http://schemas.microsoft.com/office/drawing/2014/main" id="{80194B36-B628-427A-A188-53C223DD52F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="" xmlns:a16="http://schemas.microsoft.com/office/drawing/2014/main" id="{B17D0118-E979-4C21-AB52-D3C977B189F4}"/>
                </a:ext>
              </a:extLst>
            </p:cNvPr>
            <p:cNvGrpSpPr/>
            <p:nvPr/>
          </p:nvGrpSpPr>
          <p:grpSpPr>
            <a:xfrm>
              <a:off x="7293635" y="3514011"/>
              <a:ext cx="1103073" cy="785397"/>
              <a:chOff x="1701800" y="3503911"/>
              <a:chExt cx="3733800" cy="2658502"/>
            </a:xfrm>
            <a:solidFill>
              <a:schemeClr val="accent2"/>
            </a:solidFill>
          </p:grpSpPr>
          <p:grpSp>
            <p:nvGrpSpPr>
              <p:cNvPr id="46" name="组合 45">
                <a:extLst>
                  <a:ext uri="{FF2B5EF4-FFF2-40B4-BE49-F238E27FC236}">
                    <a16:creationId xmlns="" xmlns:a16="http://schemas.microsoft.com/office/drawing/2014/main" id="{825FD12F-91C0-4F49-9A44-805A8BE8DA2D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9" name="íṩľíḍè-Right Triangle 34">
                  <a:extLst>
                    <a:ext uri="{FF2B5EF4-FFF2-40B4-BE49-F238E27FC236}">
                      <a16:creationId xmlns="" xmlns:a16="http://schemas.microsoft.com/office/drawing/2014/main" id="{CDEFF639-CA5C-4065-89F3-D2DE2919746F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íṩľíḍè-Right Triangle 35">
                  <a:extLst>
                    <a:ext uri="{FF2B5EF4-FFF2-40B4-BE49-F238E27FC236}">
                      <a16:creationId xmlns="" xmlns:a16="http://schemas.microsoft.com/office/drawing/2014/main" id="{4B01B137-C7F2-4A4F-BA47-17F49846685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íṩľíḍè-Isosceles Triangle 32">
                <a:extLst>
                  <a:ext uri="{FF2B5EF4-FFF2-40B4-BE49-F238E27FC236}">
                    <a16:creationId xmlns="" xmlns:a16="http://schemas.microsoft.com/office/drawing/2014/main" id="{EC8E6AA5-7585-4C15-8CA4-2BFE9573DBCD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íṩľíḍè-Freeform 33">
                <a:extLst>
                  <a:ext uri="{FF2B5EF4-FFF2-40B4-BE49-F238E27FC236}">
                    <a16:creationId xmlns="" xmlns:a16="http://schemas.microsoft.com/office/drawing/2014/main" id="{4F4A5249-60C6-4034-B9FF-75A9D27AFAA3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dirty="0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="" xmlns:a16="http://schemas.microsoft.com/office/drawing/2014/main" id="{9DCB4E4E-189F-4589-8A43-13943B855747}"/>
                </a:ext>
              </a:extLst>
            </p:cNvPr>
            <p:cNvGrpSpPr/>
            <p:nvPr/>
          </p:nvGrpSpPr>
          <p:grpSpPr>
            <a:xfrm>
              <a:off x="5680100" y="1882977"/>
              <a:ext cx="1365412" cy="972187"/>
              <a:chOff x="1701800" y="3503909"/>
              <a:chExt cx="3733800" cy="2658504"/>
            </a:xfrm>
            <a:solidFill>
              <a:schemeClr val="accent3"/>
            </a:solidFill>
          </p:grpSpPr>
          <p:grpSp>
            <p:nvGrpSpPr>
              <p:cNvPr id="41" name="组合 40">
                <a:extLst>
                  <a:ext uri="{FF2B5EF4-FFF2-40B4-BE49-F238E27FC236}">
                    <a16:creationId xmlns="" xmlns:a16="http://schemas.microsoft.com/office/drawing/2014/main" id="{5CC754FC-BF71-4202-A31B-963D309FD596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4" name="íṩľíḍè-Right Triangle 29">
                  <a:extLst>
                    <a:ext uri="{FF2B5EF4-FFF2-40B4-BE49-F238E27FC236}">
                      <a16:creationId xmlns="" xmlns:a16="http://schemas.microsoft.com/office/drawing/2014/main" id="{83E0E2AB-9FCB-4722-9230-C328D79B0752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íṩľíḍè-Right Triangle 30">
                  <a:extLst>
                    <a:ext uri="{FF2B5EF4-FFF2-40B4-BE49-F238E27FC236}">
                      <a16:creationId xmlns="" xmlns:a16="http://schemas.microsoft.com/office/drawing/2014/main" id="{18A0FEC9-219F-4A19-84CA-E3DD3F585B50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2" name="íṩľíḍè-Isosceles Triangle 27">
                <a:extLst>
                  <a:ext uri="{FF2B5EF4-FFF2-40B4-BE49-F238E27FC236}">
                    <a16:creationId xmlns="" xmlns:a16="http://schemas.microsoft.com/office/drawing/2014/main" id="{EBE2E559-CA47-40D4-BF35-978C5F4B299B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íṩľíḍè-Freeform 28">
                <a:extLst>
                  <a:ext uri="{FF2B5EF4-FFF2-40B4-BE49-F238E27FC236}">
                    <a16:creationId xmlns="" xmlns:a16="http://schemas.microsoft.com/office/drawing/2014/main" id="{761FA506-FA13-411E-8064-745B5C1F88FA}"/>
                  </a:ext>
                </a:extLst>
              </p:cNvPr>
              <p:cNvSpPr/>
              <p:nvPr/>
            </p:nvSpPr>
            <p:spPr>
              <a:xfrm>
                <a:off x="1701800" y="3503909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="" xmlns:a16="http://schemas.microsoft.com/office/drawing/2014/main" id="{3EA0BC8C-B576-424D-85EF-904FFD61A499}"/>
              </a:ext>
            </a:extLst>
          </p:cNvPr>
          <p:cNvGrpSpPr/>
          <p:nvPr/>
        </p:nvGrpSpPr>
        <p:grpSpPr>
          <a:xfrm>
            <a:off x="1282069" y="2980266"/>
            <a:ext cx="9613068" cy="2139516"/>
            <a:chOff x="1307468" y="2624665"/>
            <a:chExt cx="9613068" cy="2139516"/>
          </a:xfrm>
        </p:grpSpPr>
        <p:grpSp>
          <p:nvGrpSpPr>
            <p:cNvPr id="63" name="组合 62">
              <a:extLst>
                <a:ext uri="{FF2B5EF4-FFF2-40B4-BE49-F238E27FC236}">
                  <a16:creationId xmlns="" xmlns:a16="http://schemas.microsoft.com/office/drawing/2014/main" id="{4717F56C-9EA9-452A-AFB0-A960AA121DA5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="" xmlns:a16="http://schemas.microsoft.com/office/drawing/2014/main" id="{7DE88BF1-A4A9-42AD-BDFF-8F7815BDBA9A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75" name="组合 74">
                  <a:extLst>
                    <a:ext uri="{FF2B5EF4-FFF2-40B4-BE49-F238E27FC236}">
                      <a16:creationId xmlns="" xmlns:a16="http://schemas.microsoft.com/office/drawing/2014/main" id="{5E76C9DF-1BAA-4ACB-866F-551F0BFA6B87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9" name="íṩľíḍè-文本框 134">
                    <a:extLst>
                      <a:ext uri="{FF2B5EF4-FFF2-40B4-BE49-F238E27FC236}">
                        <a16:creationId xmlns="" xmlns:a16="http://schemas.microsoft.com/office/drawing/2014/main" id="{C50B466E-935D-4210-8183-3BE4676C29A8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80" name="íṩľíḍè-Rectangle 21">
                    <a:extLst>
                      <a:ext uri="{FF2B5EF4-FFF2-40B4-BE49-F238E27FC236}">
                        <a16:creationId xmlns="" xmlns:a16="http://schemas.microsoft.com/office/drawing/2014/main" id="{8DE43060-7A2E-4F6C-B46D-2F0125AF68B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76" name="组合 75">
                  <a:extLst>
                    <a:ext uri="{FF2B5EF4-FFF2-40B4-BE49-F238E27FC236}">
                      <a16:creationId xmlns="" xmlns:a16="http://schemas.microsoft.com/office/drawing/2014/main" id="{4CF2FF4D-1BFE-4EB4-BB8F-D877AD2B9C1E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7" name="íṩľíḍè-文本框 132">
                    <a:extLst>
                      <a:ext uri="{FF2B5EF4-FFF2-40B4-BE49-F238E27FC236}">
                        <a16:creationId xmlns="" xmlns:a16="http://schemas.microsoft.com/office/drawing/2014/main" id="{DE4F51F3-2E1D-4452-ABBF-5D4CA9486E2C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8" name="íṩľíḍè-Rectangle 19">
                    <a:extLst>
                      <a:ext uri="{FF2B5EF4-FFF2-40B4-BE49-F238E27FC236}">
                        <a16:creationId xmlns="" xmlns:a16="http://schemas.microsoft.com/office/drawing/2014/main" id="{32F24502-8003-4A26-B097-E026A1489B6B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 dirty="0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74" name="íṩľíḍè-Straight Connector 15">
                <a:extLst>
                  <a:ext uri="{FF2B5EF4-FFF2-40B4-BE49-F238E27FC236}">
                    <a16:creationId xmlns="" xmlns:a16="http://schemas.microsoft.com/office/drawing/2014/main" id="{D529A3B0-C8C9-47B6-9C0C-40412B123F74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="" xmlns:a16="http://schemas.microsoft.com/office/drawing/2014/main" id="{3FAC2080-90DF-4AA6-975D-F5C3F9AFF159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="" xmlns:a16="http://schemas.microsoft.com/office/drawing/2014/main" id="{349BCABA-3E8A-42A8-ABD8-54116BFB4B9F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67" name="组合 66">
                  <a:extLst>
                    <a:ext uri="{FF2B5EF4-FFF2-40B4-BE49-F238E27FC236}">
                      <a16:creationId xmlns="" xmlns:a16="http://schemas.microsoft.com/office/drawing/2014/main" id="{948AF80C-269B-45E5-9822-0DC5FA1ADCCB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1" name="íṩľíḍè-文本框 126">
                    <a:extLst>
                      <a:ext uri="{FF2B5EF4-FFF2-40B4-BE49-F238E27FC236}">
                        <a16:creationId xmlns="" xmlns:a16="http://schemas.microsoft.com/office/drawing/2014/main" id="{004691C8-F800-4CA1-97CE-2786FB22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2" name="íṩľíḍè-Rectangle 13">
                    <a:extLst>
                      <a:ext uri="{FF2B5EF4-FFF2-40B4-BE49-F238E27FC236}">
                        <a16:creationId xmlns="" xmlns:a16="http://schemas.microsoft.com/office/drawing/2014/main" id="{2CF65461-4B71-4E1B-8F8A-A58E7B48AC8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 dirty="0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68" name="组合 67">
                  <a:extLst>
                    <a:ext uri="{FF2B5EF4-FFF2-40B4-BE49-F238E27FC236}">
                      <a16:creationId xmlns="" xmlns:a16="http://schemas.microsoft.com/office/drawing/2014/main" id="{38EA2401-F0A1-4049-86E5-A8C52EA371F0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69" name="íṩľíḍè-文本框 124">
                    <a:extLst>
                      <a:ext uri="{FF2B5EF4-FFF2-40B4-BE49-F238E27FC236}">
                        <a16:creationId xmlns="" xmlns:a16="http://schemas.microsoft.com/office/drawing/2014/main" id="{6D5F0E08-83CF-4A00-B455-EEA474E51054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0" name="íṩľíḍè-Rectangle 11">
                    <a:extLst>
                      <a:ext uri="{FF2B5EF4-FFF2-40B4-BE49-F238E27FC236}">
                        <a16:creationId xmlns="" xmlns:a16="http://schemas.microsoft.com/office/drawing/2014/main" id="{4129BB12-A80B-41A1-8969-EFCDE983959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66" name="íṩľíḍè-Straight Connector 7">
                <a:extLst>
                  <a:ext uri="{FF2B5EF4-FFF2-40B4-BE49-F238E27FC236}">
                    <a16:creationId xmlns="" xmlns:a16="http://schemas.microsoft.com/office/drawing/2014/main" id="{307E2C25-0A09-403A-9D0E-25FE981CA987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8003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1477702" y="1748651"/>
            <a:ext cx="2611177" cy="1248223"/>
            <a:chOff x="1317257" y="1360556"/>
            <a:chExt cx="3761195" cy="1248223"/>
          </a:xfrm>
        </p:grpSpPr>
        <p:sp>
          <p:nvSpPr>
            <p:cNvPr id="10" name="文本框 382"/>
            <p:cNvSpPr txBox="1"/>
            <p:nvPr/>
          </p:nvSpPr>
          <p:spPr>
            <a:xfrm>
              <a:off x="1317257" y="1811459"/>
              <a:ext cx="3761195" cy="7973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317257" y="1360556"/>
              <a:ext cx="3761195" cy="30777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zh-CN" altLang="en-US" sz="2667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26515" y="2168861"/>
            <a:ext cx="2161319" cy="3564186"/>
            <a:chOff x="3619886" y="1626645"/>
            <a:chExt cx="1620989" cy="2673139"/>
          </a:xfrm>
        </p:grpSpPr>
        <p:sp>
          <p:nvSpPr>
            <p:cNvPr id="13" name="矩形 12"/>
            <p:cNvSpPr/>
            <p:nvPr/>
          </p:nvSpPr>
          <p:spPr>
            <a:xfrm>
              <a:off x="3660059" y="2000712"/>
              <a:ext cx="1546534" cy="9540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619886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60058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3700224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3619886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9" name="任意多边形: 形状 6"/>
            <p:cNvSpPr/>
            <p:nvPr/>
          </p:nvSpPr>
          <p:spPr>
            <a:xfrm>
              <a:off x="4270294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098401" y="2168861"/>
            <a:ext cx="2161319" cy="3564186"/>
            <a:chOff x="5323800" y="1626645"/>
            <a:chExt cx="1620989" cy="2673139"/>
          </a:xfrm>
        </p:grpSpPr>
        <p:sp>
          <p:nvSpPr>
            <p:cNvPr id="21" name="矩形 20"/>
            <p:cNvSpPr/>
            <p:nvPr/>
          </p:nvSpPr>
          <p:spPr>
            <a:xfrm>
              <a:off x="5363972" y="2000712"/>
              <a:ext cx="1546534" cy="9540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323800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5363972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5404136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5323800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6" name="任意多边形: 形状 7"/>
            <p:cNvSpPr/>
            <p:nvPr/>
          </p:nvSpPr>
          <p:spPr>
            <a:xfrm>
              <a:off x="5959280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370283" y="2168861"/>
            <a:ext cx="2161319" cy="3564186"/>
            <a:chOff x="7027712" y="1626645"/>
            <a:chExt cx="1620989" cy="2673139"/>
          </a:xfrm>
        </p:grpSpPr>
        <p:sp>
          <p:nvSpPr>
            <p:cNvPr id="28" name="矩形 27"/>
            <p:cNvSpPr/>
            <p:nvPr/>
          </p:nvSpPr>
          <p:spPr>
            <a:xfrm>
              <a:off x="7067885" y="2000712"/>
              <a:ext cx="1546534" cy="95401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027712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7067885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7108050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7027712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4" name="任意多边形: 形状 8"/>
            <p:cNvSpPr/>
            <p:nvPr/>
          </p:nvSpPr>
          <p:spPr>
            <a:xfrm>
              <a:off x="7648265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sp>
        <p:nvSpPr>
          <p:cNvPr id="35" name="KSO_Shape"/>
          <p:cNvSpPr>
            <a:spLocks/>
          </p:cNvSpPr>
          <p:nvPr/>
        </p:nvSpPr>
        <p:spPr bwMode="auto">
          <a:xfrm>
            <a:off x="973519" y="3098403"/>
            <a:ext cx="2765107" cy="1682473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996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636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87449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41721" y="2392590"/>
            <a:ext cx="68018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b="1" spc="600" dirty="0">
                <a:solidFill>
                  <a:schemeClr val="accent1"/>
                </a:solidFill>
                <a:cs typeface="+mn-ea"/>
                <a:sym typeface="+mn-lt"/>
              </a:rPr>
              <a:t>陈述</a:t>
            </a:r>
            <a:r>
              <a:rPr lang="zh-CN" altLang="en-US" sz="8000" b="1" spc="600" dirty="0" smtClean="0">
                <a:solidFill>
                  <a:schemeClr val="accent1"/>
                </a:solidFill>
                <a:cs typeface="+mn-ea"/>
                <a:sym typeface="+mn-lt"/>
              </a:rPr>
              <a:t>完毕谢谢</a:t>
            </a:r>
            <a:endParaRPr lang="zh-CN" altLang="en-US" sz="8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55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1华东师范大学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A71147"/>
      </a:accent1>
      <a:accent2>
        <a:srgbClr val="A71147"/>
      </a:accent2>
      <a:accent3>
        <a:srgbClr val="A71147"/>
      </a:accent3>
      <a:accent4>
        <a:srgbClr val="A71147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1526</Words>
  <Application>Microsoft Office PowerPoint</Application>
  <PresentationFormat>宽屏</PresentationFormat>
  <Paragraphs>213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Gill Sans</vt:lpstr>
      <vt:lpstr>阿里巴巴普惠体</vt:lpstr>
      <vt:lpstr>微软雅黑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57</cp:revision>
  <dcterms:created xsi:type="dcterms:W3CDTF">2022-07-06T02:37:31Z</dcterms:created>
  <dcterms:modified xsi:type="dcterms:W3CDTF">2022-09-19T02:02:57Z</dcterms:modified>
</cp:coreProperties>
</file>