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97" y="1416147"/>
            <a:ext cx="2921205" cy="92172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东南大学绿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F8030"/>
      </a:accent1>
      <a:accent2>
        <a:srgbClr val="3F8030"/>
      </a:accent2>
      <a:accent3>
        <a:srgbClr val="3F8030"/>
      </a:accent3>
      <a:accent4>
        <a:srgbClr val="3F8030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56</cp:revision>
  <dcterms:created xsi:type="dcterms:W3CDTF">2022-07-06T02:37:31Z</dcterms:created>
  <dcterms:modified xsi:type="dcterms:W3CDTF">2022-09-19T02:02:37Z</dcterms:modified>
</cp:coreProperties>
</file>