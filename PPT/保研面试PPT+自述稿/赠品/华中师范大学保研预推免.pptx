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9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955" y="1472656"/>
            <a:ext cx="3273089" cy="808702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05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华中师范大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006E7D"/>
      </a:accent1>
      <a:accent2>
        <a:srgbClr val="006E7D"/>
      </a:accent2>
      <a:accent3>
        <a:srgbClr val="006E7D"/>
      </a:accent3>
      <a:accent4>
        <a:srgbClr val="006E7D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59</cp:revision>
  <dcterms:created xsi:type="dcterms:W3CDTF">2022-07-06T02:37:31Z</dcterms:created>
  <dcterms:modified xsi:type="dcterms:W3CDTF">2022-09-19T02:03:50Z</dcterms:modified>
</cp:coreProperties>
</file>